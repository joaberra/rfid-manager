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</a:defRPr>
            </a:pPr>
            <a:r>
              <a:t>RFID Manager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FF"/>
                </a:solidFill>
              </a:defRPr>
            </a:pPr>
            <a:r>
              <a:t>Tidsuppskattning — Kund/Projektledare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383280"/>
            <a:ext cx="2743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657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Hur mycket tid har du lagt ner som PM sedan projektstart?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2026-06-14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Hur uppskattningen är gjord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Baserad på genomförda faser, antal sessioner och typiska PM-aktiviteter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📊 Underlag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Uppskattningen baseras på:</a:t>
            </a:r>
            <a:br/>
            <a:br/>
            <a:r>
              <a:t>• Git-loggar (wiki + android) — tidslinje</a:t>
            </a:r>
            <a:br/>
            <a:r>
              <a:t>   Wiki: 2026-06-07 till 2026-06-14</a:t>
            </a:r>
            <a:br/>
            <a:r>
              <a:t>   Android: 2026-06-13 till 2026-06-14</a:t>
            </a:r>
            <a:br/>
            <a:br/>
            <a:r>
              <a:t>• Kanban-board (58 slutförda tasks)</a:t>
            </a:r>
            <a:br/>
            <a:br/>
            <a:r>
              <a:t>• Genomförda faser: 6 hela + 1 påbörjad</a:t>
            </a:r>
            <a:br/>
            <a:br/>
            <a:r>
              <a:t>• 8 buggar fixade och godkända</a:t>
            </a:r>
            <a:br/>
            <a:br/>
            <a:r>
              <a:t>• AI-assistentens session-kontext</a:t>
            </a:r>
            <a:br/>
            <a:br/>
            <a:r>
              <a:t>⚠️ Detta är en uppskattning, inte exakt tidrapportering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4572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🧑‍💼 Dina PM-aktiviteter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Som Kund/Projektledare har du:</a:t>
            </a:r>
            <a:br/>
            <a:br/>
            <a:r>
              <a:t>• Definition: Skriva "gör X" — 5-15 min per task</a:t>
            </a:r>
            <a:br/>
            <a:br/>
            <a:r>
              <a:t>• Granskning: Läsa AI-svar, inspektera kod,</a:t>
            </a:r>
            <a:br/>
            <a:r>
              <a:t>  testa funktion — 10-30 min per task</a:t>
            </a:r>
            <a:br/>
            <a:br/>
            <a:r>
              <a:t>• Beslut: Godkänna/avböja/justera — 2-5 min</a:t>
            </a:r>
            <a:br/>
            <a:br/>
            <a:r>
              <a:t>• Frågor: Ställa uppföljningsfrågor,</a:t>
            </a:r>
            <a:br/>
            <a:r>
              <a:t>  be om förtydliganden — 2-10 min</a:t>
            </a:r>
            <a:br/>
            <a:br/>
            <a:r>
              <a:t>• Testning: adb deploy, provtryck på telefon —</a:t>
            </a:r>
            <a:br/>
            <a:r>
              <a:t>  5-20 min per testomgång</a:t>
            </a:r>
            <a:br/>
            <a:br/>
            <a:r>
              <a:t>Allt annat (kod, testskript, dokumentation,</a:t>
            </a:r>
            <a:br/>
            <a:r>
              <a:t>wiki-uppdateringar) utförs av AI-assistenten.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Tidslinje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Projektet startade med fork från mall — datum baserat på git-loggar och session-kontext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118872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Vecka 1 (Jun 7-8) — Fas 1-2 — ⏱ 4-6h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Fork från mall. NFC-läsning/skrivning,</a:t>
            </a:r>
            <a:br/>
            <a:r>
              <a:t>radar-grafik, MQTT-infrastruktur,</a:t>
            </a:r>
            <a:br/>
            <a:r>
              <a:t>persistens, end-to-end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88920"/>
            <a:ext cx="10972800" cy="118872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Vecka 2 (Jun 9-10) — Fas 3-4 — ⏱ 6-8h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Navigation, ViewModels, i18n,</a:t>
            </a:r>
            <a:br/>
            <a:r>
              <a:t>font-slider, sök/filter, CSV/JSON-export,</a:t>
            </a:r>
            <a:br/>
            <a:r>
              <a:t>haptic+ljud, MQTT-anslutning,</a:t>
            </a:r>
            <a:br/>
            <a:r>
              <a:t>dark mode, paginering.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10972800" cy="118872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Vecka 3 (Jun 11-12) — Fas 5 + Buggar — ⏱ 5-7h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Användarmanual, arkitekturdiagram,</a:t>
            </a:r>
            <a:br/>
            <a:r>
              <a:t>release notes, testplan, kodgenomgång,</a:t>
            </a:r>
            <a:br/>
            <a:r>
              <a:t>dynamisk layout, radar sweep.</a:t>
            </a:r>
            <a:br/>
            <a:r>
              <a:t>8 buggar fixade.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440679"/>
            <a:ext cx="10972800" cy="118872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Vecka 4 (Jun 13-14) — Fas 6 + Fas-100 — ⏱ 4-6h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MQTT-konfig UI, app-ikon, release</a:t>
            </a:r>
            <a:br/>
            <a:r>
              <a:t>build, stub-borttagning, v1.0 release.</a:t>
            </a:r>
            <a:br/>
            <a:r>
              <a:t>MQTT-infrastruktur fördjupning.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B700"/>
                </a:solidFill>
              </a:defRPr>
            </a:pPr>
            <a:r>
              <a:t>Totalt: ~19-27 timmar över 4 veckor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Uppskattning per fas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Endast din tid som Kund/PM (inte AI-utvecklingstid)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 Fas 1      NFC, UI, Radar                                4 tasks         ⏱ 2-3h      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 Fas 2      MQTT, Persistens, E2E                         3 tasks         ⏱ 2-3h      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43200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 Fas 3      Navigation, ViewModels                        4 tasks         ⏱ 2-3h     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83279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 Fas 4      i18n, Slider, Sök, Export, Haptic, MQTT, Dark, Paginering 8 tasks         ⏱ 5-7h     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023360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 Fas 5      Manual, Diagram, Testplan, Code review, Layout, Radar 7 tasks         ⏱ 4-5h      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63440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 Fas 6      MQTT UI, Icon, Release, Stub, E2E, v1.0       6 tasks         ⏱ 2-3h     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303519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✅  Buggar     BUG-001 till BUG-008                          8 buggar        ⏱ 2-3h      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943600"/>
            <a:ext cx="10972800" cy="54864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🔄  Fas-100    MQTT-fördjupning (pågår)                      11 områden      ⏱ 1-2h     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6400800"/>
            <a:ext cx="10972800" cy="4572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73152"/>
          <a:lstStyle/>
          <a:p>
            <a:pPr algn="ctr">
              <a:defRPr sz="1400" b="1">
                <a:solidFill>
                  <a:srgbClr val="50FA7B"/>
                </a:solidFill>
              </a:defRPr>
            </a:pPr>
            <a:r>
              <a:t>Totalsumma (din tid): ~20-27 timmar över 4 veckor — ca 5-7 timmar/vecka som PM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Din tid per aktivitetstyp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Vad har tiden lagts på?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94960" cy="15544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📋 Krav &amp; Definitioner  ⏱ 6-8h  (30%)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Beskriva vad som ska byggas ("Gör X").</a:t>
            </a:r>
            <a:br/>
            <a:r>
              <a:t>Varje fas: 5-15 min att formulera i Kanban + diskussion.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94960" cy="15544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🔍 Granskning &amp; Test  ⏱ 8-10h  (38%)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Läsa AI-svar, inspektera resultat, testa på telefon</a:t>
            </a:r>
            <a:br/>
            <a:r>
              <a:t>(adb deploy). Största posten — din kvalitetskontroll.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200400"/>
            <a:ext cx="5394960" cy="15544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✅ Godkännanden &amp; Beslut  ⏱ 2-3h  (10%)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Sign-off per task, prioritering av nästa steg,</a:t>
            </a:r>
            <a:br/>
            <a:r>
              <a:t>beslut om designval ("gör så här istället").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200400"/>
            <a:ext cx="5394960" cy="15544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❓ Frågor &amp; Förtydliganden  ⏱ 2-3h  (10%)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Uppföljningsfrågor till AI, förklara önskemål,</a:t>
            </a:r>
            <a:br/>
            <a:r>
              <a:t>klargöra acceptanskriterier.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5394960" cy="15544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📚 Dokumentation  ⏱ 1-2h  (7%)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Läsa wiki-uppdateringar, be om förbättringar,</a:t>
            </a:r>
            <a:br/>
            <a:r>
              <a:t>granska presentations-PDFer.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937760"/>
            <a:ext cx="5394960" cy="155448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🎯 Övrigt (planering, möten)  ⏱ 1-2h  (5%)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Planera nästa sprint, fundera på roadmap,</a:t>
            </a:r>
            <a:br/>
            <a:r>
              <a:t>strategiska beslut.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Vad denna tid INTE inkluderar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Skillnaden mellan PM-tid och total projekttid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🤖 AI-utvecklingstid (inte din tid)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All kod, testskript, dokumentation och wiki-innehåll</a:t>
            </a:r>
            <a:br/>
            <a:r>
              <a:t>har skrivits av OpenCode AI-assistenten.</a:t>
            </a:r>
            <a:br/>
            <a:br/>
            <a:r>
              <a:t>Uppskattad AI-tid: 40-60 timmar</a:t>
            </a:r>
            <a:br/>
            <a:r>
              <a:t>— but that's not your problem.</a:t>
            </a:r>
            <a:br/>
            <a:br/>
            <a:r>
              <a:t>Du betalar inte för AI-timmar, du betalar för</a:t>
            </a:r>
            <a:br/>
            <a:r>
              <a:t>resultat. Din tid är den som räknas som</a:t>
            </a:r>
            <a:br/>
            <a:r>
              <a:t>projektledningsinsats.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46304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📈 Om du själv skrivit koden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För att sätta siffrorna i perspektiv:</a:t>
            </a:r>
            <a:br/>
            <a:br/>
            <a:r>
              <a:t>• Uppskattad kodmängd: ~5000+ rader</a:t>
            </a:r>
            <a:br/>
            <a:r>
              <a:t>  (Kotlin + Compose + config + tester)</a:t>
            </a:r>
            <a:br/>
            <a:br/>
            <a:r>
              <a:t>• Manuell utvecklingstid: 200-400 timmar</a:t>
            </a:r>
            <a:br/>
            <a:r>
              <a:t>  (erfaren Android-utvecklare)</a:t>
            </a:r>
            <a:br/>
            <a:br/>
            <a:r>
              <a:t>• Din PM-tid: 20-27 timmar</a:t>
            </a:r>
            <a:br/>
            <a:br/>
            <a:r>
              <a:t>• Besparing: ca 90% av utvecklingstiden</a:t>
            </a:r>
            <a:br/>
            <a:r>
              <a:t>  förskjuts från dig till AI</a:t>
            </a:r>
            <a:br/>
            <a:br/>
            <a:r>
              <a:t>Du får en app utan att skriva en rad kod.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⏱️ Total projekttid (uppskattning)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┌──────────────────────────────┬─────────┐</a:t>
            </a:r>
            <a:br/>
            <a:r>
              <a:t>│ Aktivitet                   │ Timmar  │</a:t>
            </a:r>
            <a:br/>
            <a:r>
              <a:t>├──────────────────────────────┼─────────┤</a:t>
            </a:r>
            <a:br/>
            <a:r>
              <a:t>│ PM-tid (du)                 │   20-27 │</a:t>
            </a:r>
            <a:br/>
            <a:r>
              <a:t>│ AI-utveckling (OpenCode)    │   40-60 │</a:t>
            </a:r>
            <a:br/>
            <a:r>
              <a:t>│ Docker/infrastruktur        │    2-3   │</a:t>
            </a:r>
            <a:br/>
            <a:r>
              <a:t>│ Verktyg (setup, Obsidian)   │    1-2   │</a:t>
            </a:r>
            <a:br/>
            <a:r>
              <a:t>├──────────────────────────────┼─────────┤</a:t>
            </a:r>
            <a:br/>
            <a:r>
              <a:t>│ Total                      │  63-92  │</a:t>
            </a:r>
            <a:br/>
            <a:r>
              <a:t>│ (ca 2-3 arbetsveckor)       │         │</a:t>
            </a:r>
            <a:br/>
            <a:r>
              <a:t>└──────────────────────────────┴─────────┘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114800"/>
            <a:ext cx="53035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📅 Fördelning över tid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Projektet startade första veckan i juni</a:t>
            </a:r>
            <a:br/>
            <a:br/>
            <a:r>
              <a:t>• 4 veckor aktiv utveckling</a:t>
            </a:r>
            <a:br/>
            <a:br/>
            <a:r>
              <a:t>• Din insats: ~5-7 timmar/vecka</a:t>
            </a:r>
            <a:br/>
            <a:r>
              <a:t>  (som projektledare vid sidan av annat)</a:t>
            </a:r>
            <a:br/>
            <a:br/>
            <a:r>
              <a:t>• AI-insats: ~10-15 timmar/vecka</a:t>
            </a:r>
            <a:br/>
            <a:r>
              <a:t>  (hela implementationen)</a:t>
            </a:r>
            <a:br/>
            <a:br/>
            <a:r>
              <a:t>• Motsvarande heltidsutvecklare:</a:t>
            </a:r>
            <a:br/>
            <a:r>
              <a:t>  2-3 veckor för samma resultat</a:t>
            </a:r>
            <a:br/>
            <a:r>
              <a:t>  (utan AI)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Slutsats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CC"/>
                </a:solidFill>
              </a:defRPr>
            </a:pPr>
            <a:r>
              <a:t>Vad betyder siffrorna?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💰 Effektiv tid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Du har lagt ~20-27 timmar som</a:t>
            </a:r>
            <a:br/>
            <a:r>
              <a:t>projektledare och fått en</a:t>
            </a:r>
            <a:br/>
            <a:r>
              <a:t>färdig Android-app med:</a:t>
            </a:r>
            <a:br/>
            <a:br/>
            <a:r>
              <a:t>• NFC-läsning/skrivning</a:t>
            </a:r>
            <a:br/>
            <a:r>
              <a:t>• MQTT-infrastruktur</a:t>
            </a:r>
            <a:br/>
            <a:r>
              <a:t>• Fullt UI (Material 3)</a:t>
            </a:r>
            <a:br/>
            <a:r>
              <a:t>• i18n på svenska/engelska</a:t>
            </a:r>
            <a:br/>
            <a:r>
              <a:t>• 6 faser + 8 buggfixar</a:t>
            </a:r>
            <a:br/>
            <a:r>
              <a:t>• Dokumentation + wiki</a:t>
            </a:r>
            <a:br/>
            <a:r>
              <a:t>• v1.0 release på GitHub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⚡ AI-multiplikatorn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Din tid som PM multipliceras</a:t>
            </a:r>
            <a:br/>
            <a:r>
              <a:t>av AI-assistenten:</a:t>
            </a:r>
            <a:br/>
            <a:br/>
            <a:r>
              <a:t>1h PM-arbete → ~3h AI-arbete</a:t>
            </a:r>
            <a:br/>
            <a:br/>
            <a:r>
              <a:t>Du fokuserar på VAD,</a:t>
            </a:r>
            <a:br/>
            <a:r>
              <a:t>AI gör HUR.</a:t>
            </a:r>
            <a:br/>
            <a:br/>
            <a:r>
              <a:t>Utan AI: 200-400h utveckling</a:t>
            </a:r>
            <a:br/>
            <a:r>
              <a:t>Med AI: 20-27h PM + 40-60h AI</a:t>
            </a:r>
            <a:br/>
            <a:r>
              <a:t>= snabbare och billigare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1463040"/>
            <a:ext cx="3474720" cy="2286000"/>
          </a:xfrm>
          <a:prstGeom prst="roundRect">
            <a:avLst/>
          </a:prstGeom>
          <a:solidFill>
            <a:srgbClr val="28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600" b="1">
                <a:solidFill>
                  <a:srgbClr val="00D2FF"/>
                </a:solidFill>
              </a:defRPr>
            </a:pPr>
            <a:r>
              <a:t>📊 Nyckeltal</a:t>
            </a:r>
          </a:p>
          <a:p>
            <a:pPr>
              <a:spcBef>
                <a:spcPts val="400"/>
              </a:spcBef>
              <a:defRPr sz="1300">
                <a:solidFill>
                  <a:srgbClr val="AAAACC"/>
                </a:solidFill>
              </a:defRPr>
            </a:pPr>
            <a:r>
              <a:t>• 4 veckor från start till v1.0</a:t>
            </a:r>
            <a:br/>
            <a:r>
              <a:t>• 6 faser + 8 buggar</a:t>
            </a:r>
            <a:br/>
            <a:r>
              <a:t>• 22 testfall, alla Godkänt</a:t>
            </a:r>
            <a:br/>
            <a:r>
              <a:t>• 2 GitHub-repos</a:t>
            </a:r>
            <a:br/>
            <a:r>
              <a:t>• 10+ wiki-sidor</a:t>
            </a:r>
            <a:br/>
            <a:r>
              <a:t>• 2 presentations-PDFer</a:t>
            </a:r>
            <a:br/>
            <a:br/>
            <a:r>
              <a:t>Din investering:</a:t>
            </a:r>
            <a:br/>
            <a:r>
              <a:t>~5-7 timmar/vecka som PM</a:t>
            </a:r>
            <a:br/>
            <a:r>
              <a:t>≈ 1 arbetsdag/vecka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Sammanfattning: ~20-27 timmar totalt som projektledare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Frågor?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D2FF"/>
                </a:solidFill>
              </a:defRPr>
            </a:pPr>
            <a:r>
              <a:t>Tidsuppskattning — RFID 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657600"/>
            <a:ext cx="2743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AAACC"/>
                </a:solidFill>
              </a:defRPr>
            </a:pPr>
            <a:r>
              <a:t>Joakim • 2026-06-14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