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RFID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D2FF"/>
                </a:solidFill>
              </a:defRPr>
            </a:pPr>
            <a:r>
              <a:t>Arbetssätt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27432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</a:defRPr>
            </a:pPr>
            <a:r>
              <a:t>Utvecklingsflöde • Verktyg • Roller • AI-assistans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Vårt arbetssätt — översikt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AI-assisterad utveckling med tydlig struktur och iteration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🎯 Målstyrt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Varje fas har tydliga</a:t>
            </a:r>
            <a:br/>
            <a:r>
              <a:t>  acceptanskriterier</a:t>
            </a:r>
            <a:br/>
            <a:r>
              <a:t>• Kund (projektledare)</a:t>
            </a:r>
            <a:br/>
            <a:r>
              <a:t>  godkänner innan</a:t>
            </a:r>
            <a:br/>
            <a:r>
              <a:t>  nästa steg</a:t>
            </a:r>
            <a:br/>
            <a:r>
              <a:t>• Prioritering via</a:t>
            </a:r>
            <a:br/>
            <a:r>
              <a:t>  Produkt-Roadmap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🔄 Iterativt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Korta cykler:</a:t>
            </a:r>
            <a:br/>
            <a:r>
              <a:t>  bygg → testa →</a:t>
            </a:r>
            <a:br/>
            <a:r>
              <a:t>  godkänn</a:t>
            </a:r>
            <a:br/>
            <a:r>
              <a:t>• AI-assistenten</a:t>
            </a:r>
            <a:br/>
            <a:r>
              <a:t>  utför, kunden</a:t>
            </a:r>
            <a:br/>
            <a:r>
              <a:t>  granskar</a:t>
            </a:r>
            <a:br/>
            <a:r>
              <a:t>• Kontinuerlig</a:t>
            </a:r>
            <a:br/>
            <a:r>
              <a:t>  förbättring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📝 Dokumenterat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Allt finns i wikin</a:t>
            </a:r>
            <a:br/>
            <a:r>
              <a:t>  (Karpathy-pattern)</a:t>
            </a:r>
            <a:br/>
            <a:r>
              <a:t>• Beslut loggas</a:t>
            </a:r>
            <a:br/>
            <a:r>
              <a:t>• Återanvändbara</a:t>
            </a:r>
            <a:br/>
            <a:r>
              <a:t>  artefakter</a:t>
            </a:r>
            <a:br/>
            <a:r>
              <a:t>• Snabb 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53035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🤖 AI-assistans (OpenCode)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Chat-interface: instruktioner → kod</a:t>
            </a:r>
            <a:br/>
            <a:r>
              <a:t>• AI utför implementation, tester, dokumentation</a:t>
            </a:r>
            <a:br/>
            <a:r>
              <a:t>• Kunden granskar och godkänner</a:t>
            </a:r>
            <a:br/>
            <a:r>
              <a:t>• Transparent — allt visas i terminalen</a:t>
            </a:r>
            <a:br/>
            <a:r>
              <a:t>• AI-agenter för parallella uppgifter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14800"/>
            <a:ext cx="53035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📊 Tre nivåer av planering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Roadmap (Fil: Produkt-Roadmap.md)</a:t>
            </a:r>
            <a:br/>
            <a:r>
              <a:t>  — Långsiktig vision, faser 1-6+</a:t>
            </a:r>
            <a:br/>
            <a:r>
              <a:t>• Kanban (Fil: Kanban.md)</a:t>
            </a:r>
            <a:br/>
            <a:r>
              <a:t>  — Veckovis taktik, att göra/pågår/klart</a:t>
            </a:r>
            <a:br/>
            <a:r>
              <a:t>• Session log (dokumenteras löpande)</a:t>
            </a:r>
            <a:br/>
            <a:r>
              <a:t>  — Vad gjordes, beslut, nästa steg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Verktyg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Helst open source, minimal overhead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19456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🧠 OpenCode AI-assistent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CLI-baserad AI som utför</a:t>
            </a:r>
            <a:br/>
            <a:r>
              <a:t>kod, tester, dokumentation.</a:t>
            </a:r>
            <a:br/>
            <a:r>
              <a:t>Integrerad med terminalen.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474720" cy="219456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📓 Obsidian Wiki/Kunskapsbas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All dokumentation i markdown</a:t>
            </a:r>
            <a:br/>
            <a:r>
              <a:t>med Karpathy-pattern:</a:t>
            </a:r>
            <a:br/>
            <a:r>
              <a:t>stort index → djupdykning i delområden.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474720" cy="219456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📋 Kanban (Obsidian) Task management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Inbyggd i wikin via plugin.</a:t>
            </a:r>
            <a:br/>
            <a:r>
              <a:t>Att göra → Pågår → Klart.</a:t>
            </a:r>
            <a:br/>
            <a:r>
              <a:t>Länkar till wiki-sidor.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3474720" cy="219456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💻 Neovim Editor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Primär kod-editor.</a:t>
            </a:r>
            <a:br/>
            <a:r>
              <a:t>AI-terminal via OpenCode.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23360"/>
            <a:ext cx="3474720" cy="219456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🐙 GitHub Versionshantering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Två repos:</a:t>
            </a:r>
            <a:br/>
            <a:r>
              <a:t>rfid-manager (wiki)</a:t>
            </a:r>
            <a:br/>
            <a:r>
              <a:t>rfid-manager-android (kod).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023360"/>
            <a:ext cx="3474720" cy="219456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🐳 Docker Miljö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Mosquitto broker,</a:t>
            </a:r>
            <a:br/>
            <a:r>
              <a:t>testverktyg, isolering.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Utvecklingsflöde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Från behov till godkänd funktion — steg för steg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73736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1. Behov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Kund/PM identifierar</a:t>
            </a:r>
            <a:br/>
            <a:r>
              <a:t>en ny funktion eller</a:t>
            </a:r>
            <a:br/>
            <a:r>
              <a:t>förbättring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463040"/>
            <a:ext cx="173736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2. Planering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Läggs till i Kanban</a:t>
            </a:r>
            <a:br/>
            <a:r>
              <a:t>Att göra.</a:t>
            </a:r>
            <a:br/>
            <a:r>
              <a:t>Prioriteras.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173736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3. Implementation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AI implementerar</a:t>
            </a:r>
            <a:br/>
            <a:r>
              <a:t>enligt krav och</a:t>
            </a:r>
            <a:br/>
            <a:r>
              <a:t>accepanskriterier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173736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4. Demo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Kunden granskar</a:t>
            </a:r>
            <a:br/>
            <a:r>
              <a:t>live: testkör,</a:t>
            </a:r>
            <a:br/>
            <a:r>
              <a:t>inspekterar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173736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5. Godkännande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Kund godkänner →</a:t>
            </a:r>
            <a:br/>
            <a:r>
              <a:t>flyttas till Klart</a:t>
            </a:r>
            <a:br/>
            <a:r>
              <a:t>i Kanban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463040"/>
            <a:ext cx="173736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6. Dokumentation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Wiki uppdateras:</a:t>
            </a:r>
            <a:br/>
            <a:r>
              <a:t>beslut, konfig,</a:t>
            </a:r>
            <a:br/>
            <a:r>
              <a:t>kommandon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10972800" cy="24688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🔁 Iterationsloop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                                                            │</a:t>
            </a:r>
            <a:br/>
            <a:r>
              <a:t>│   Behov → Kanban (Att göra) → AI implementerar → Kund testar → Godkänt?             │</a:t>
            </a:r>
            <a:br/>
            <a:r>
              <a:t>│                                                      │                               │</a:t>
            </a:r>
            <a:br/>
            <a:r>
              <a:t>│                                              ┌───────┴────────┐                      │</a:t>
            </a:r>
            <a:br/>
            <a:r>
              <a:t>│                                              │  Ja → Klart +  │                      │</a:t>
            </a:r>
            <a:br/>
            <a:r>
              <a:t>│                                              │  Dokumentation  │                      │</a:t>
            </a:r>
            <a:br/>
            <a:r>
              <a:t>│                                              │  Nej → Justera  │                      │</a:t>
            </a:r>
            <a:br/>
            <a:r>
              <a:t>│                                              └────────────────┘                      │</a:t>
            </a:r>
            <a:br/>
            <a:r>
              <a:t>│                                                                                     │</a:t>
            </a:r>
            <a:br/>
            <a:r>
              <a:t>│  Aldrig klarmarkerad före kund-godkännande. AI-assistenten håller boarden aktuell.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Roller &amp; Ansvar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Tydlig rollfördelning i AI-assisterad utveckling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👤 Kund / Projektledare (Du)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Säger VAD — definierar behov och acceptanskriterier</a:t>
            </a:r>
            <a:br/>
            <a:r>
              <a:t>• Prioriterar — bestämmer vad som görs härnäst</a:t>
            </a:r>
            <a:br/>
            <a:r>
              <a:t>• Granskar — testar och godkänner varje funktion</a:t>
            </a:r>
            <a:br/>
            <a:r>
              <a:t>• Äger produkten — slutgiltiga beslut</a:t>
            </a:r>
            <a:br/>
            <a:r>
              <a:t>• Signerar acceptans i Kundrelationer-och-Acceptans.md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035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🤖 AI-assistent (OpenCode)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Säger HUR — föreslår implementation, verktyg, struktur</a:t>
            </a:r>
            <a:br/>
            <a:r>
              <a:t>• Utför — skriver kod, tester, dokumentation</a:t>
            </a:r>
            <a:br/>
            <a:r>
              <a:t>• Förklarar — pedagogiskt, med tabeller och diagram</a:t>
            </a:r>
            <a:br/>
            <a:r>
              <a:t>• Kommer ihåg — session context, beslut, preferenser</a:t>
            </a:r>
            <a:br/>
            <a:r>
              <a:t>• Håller Kanban uppdaterad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3035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📋 Kommunikationsmönster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Kund: "Gör X" → AI utför → "Vad tycker du?"</a:t>
            </a:r>
            <a:br/>
            <a:r>
              <a:t>• AI: "Här är resultatet..." + fråga om nästa steg</a:t>
            </a:r>
            <a:br/>
            <a:r>
              <a:t>• Uppföljningsfrågor uppmuntras</a:t>
            </a:r>
            <a:br/>
            <a:r>
              <a:t>• All dialog sparas i kontexten under sessionen</a:t>
            </a:r>
            <a:br/>
            <a:r>
              <a:t>• Nya sessioner börjar med: "Vad gjorde vi sist?"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3035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✅ Godkännandeprocess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Efter implementation: AI visar resultat</a:t>
            </a:r>
            <a:br/>
            <a:r>
              <a:t>• Kund testar själv eller granskar</a:t>
            </a:r>
            <a:br/>
            <a:r>
              <a:t>• Om godkänt: markeras i Kanban + sign-off</a:t>
            </a:r>
            <a:br/>
            <a:r>
              <a:t>• Om inte: justering + ny granskning</a:t>
            </a:r>
            <a:br/>
            <a:r>
              <a:t>• Alla godkännanden dokumenteras:</a:t>
            </a:r>
            <a:br/>
            <a:r>
              <a:t>  "✅ Godkänt 2026-06-14" med testfallsreferens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Wiki-struktur (Karpathy-pattern)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Ett index → många djupdykningar — skalbar kunskapsbas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4572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📄 index.md (navet)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Huvudingång till all dokumentation</a:t>
            </a:r>
            <a:br/>
            <a:r>
              <a:t>• Kategoriserade sektioner</a:t>
            </a:r>
            <a:br/>
            <a:r>
              <a:t>• Länkar till specialiserade sidor</a:t>
            </a:r>
            <a:br/>
            <a:r>
              <a:t>• Underhålls: döda länkar tas bort</a:t>
            </a:r>
            <a:br/>
            <a:r>
              <a:t>• Alla sidor måste finnas</a:t>
            </a:r>
            <a:br/>
            <a:br/>
            <a:r>
              <a:t>Exempelstruktur:</a:t>
            </a:r>
            <a:br/>
            <a:r>
              <a:t>  ┌─────────────────────────────────┐</a:t>
            </a:r>
            <a:br/>
            <a:r>
              <a:t>  │ index.md                        │</a:t>
            </a:r>
            <a:br/>
            <a:r>
              <a:t>  ├─────────────────────────────────┤</a:t>
            </a:r>
            <a:br/>
            <a:r>
              <a:t>  │ • Om project                    │</a:t>
            </a:r>
            <a:br/>
            <a:r>
              <a:t>  │ • Installation                  │</a:t>
            </a:r>
            <a:br/>
            <a:r>
              <a:t>  │ • MQTT-Infrastruktur            │</a:t>
            </a:r>
            <a:br/>
            <a:r>
              <a:t>  │ • App-Architecture              │</a:t>
            </a:r>
            <a:br/>
            <a:r>
              <a:t>  │ • Kanban                        │</a:t>
            </a:r>
            <a:br/>
            <a:r>
              <a:t>  │ • Produkt-Roadmap               │</a:t>
            </a:r>
            <a:br/>
            <a:r>
              <a:t>  │ • Kundrelationer-och-Acceptans  │</a:t>
            </a:r>
            <a:br/>
            <a:r>
              <a:t>  │ • ...                           │</a:t>
            </a:r>
            <a:br/>
            <a:r>
              <a:t>  └─────────────────────────────────┘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03520" cy="4572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📑 Specialiserade sidor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Varje ämne har sin egen sida</a:t>
            </a:r>
            <a:br/>
            <a:r>
              <a:t>• Innehåller: beskrivning, konfig,</a:t>
            </a:r>
            <a:br/>
            <a:r>
              <a:t>  kommandon, exempel</a:t>
            </a:r>
            <a:br/>
            <a:r>
              <a:t>• Länkar mellan sidor (wiki-länkar)</a:t>
            </a:r>
            <a:br/>
            <a:r>
              <a:t>• Kanban innehåller bara status,</a:t>
            </a:r>
            <a:br/>
            <a:r>
              <a:t>  detaljer i separata sidor</a:t>
            </a:r>
            <a:br/>
            <a:br/>
            <a:r>
              <a:t>Exempel (MQTT-Infrastruktur.md):</a:t>
            </a:r>
            <a:br/>
            <a:r>
              <a:t>  1. MQTT-protokollet</a:t>
            </a:r>
            <a:br/>
            <a:r>
              <a:t>  2. Vår broker (Mosquitto)</a:t>
            </a:r>
            <a:br/>
            <a:r>
              <a:t>  3. Topologi och nätverk</a:t>
            </a:r>
            <a:br/>
            <a:r>
              <a:t>  4. Topics</a:t>
            </a:r>
            <a:br/>
            <a:r>
              <a:t>  5. Meddelandeformat</a:t>
            </a:r>
            <a:br/>
            <a:r>
              <a:t>  6. QoS</a:t>
            </a:r>
            <a:br/>
            <a:r>
              <a:t>  7. Återanslutning</a:t>
            </a:r>
            <a:br/>
            <a:r>
              <a:t>  8. Säkerhet</a:t>
            </a:r>
            <a:br/>
            <a:r>
              <a:t>  9. Verktyg</a:t>
            </a:r>
            <a:br/>
            <a:r>
              <a:t> 10. Flöde</a:t>
            </a:r>
            <a:br/>
            <a:r>
              <a:t> 11. Begränsningar</a:t>
            </a:r>
            <a:br/>
            <a:r>
              <a:t> 12. Referenser</a:t>
            </a:r>
            <a:br/>
            <a:br/>
            <a:r>
              <a:t>Format: Markdown med rubriker,</a:t>
            </a:r>
            <a:br/>
            <a:r>
              <a:t>tabeller, kodblock, ASCII-diagram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Kanban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Inbyggd i Obsidian — enkel men kraftfull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4572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🔜 Att göra (To Do)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Planerade uppgifter</a:t>
            </a:r>
            <a:br/>
            <a:r>
              <a:t>• Prioriteras av kund</a:t>
            </a:r>
            <a:br/>
            <a:r>
              <a:t>• Innehåller hela faser</a:t>
            </a:r>
            <a:br/>
            <a:r>
              <a:t>  nedbrutna i tasks</a:t>
            </a:r>
            <a:br/>
            <a:br/>
            <a:r>
              <a:t>Exempel:</a:t>
            </a:r>
            <a:br/>
            <a:r>
              <a:t>  [ ] Fas-100 MQTT-</a:t>
            </a:r>
            <a:br/>
            <a:r>
              <a:t>      infrastruktur</a:t>
            </a:r>
            <a:br/>
            <a:r>
              <a:t>    [x] Wiki-sida skapad</a:t>
            </a:r>
            <a:br/>
            <a:r>
              <a:t>    [ ] 1. MQTT-grunder</a:t>
            </a:r>
            <a:br/>
            <a:r>
              <a:t>    [ ] 2. Vår broker</a:t>
            </a:r>
            <a:br/>
            <a:r>
              <a:t>    [ ] 3. Topologi</a:t>
            </a:r>
            <a:br/>
            <a:r>
              <a:t>    ...</a:t>
            </a:r>
            <a:br/>
            <a:br/>
            <a:r>
              <a:t>Checkboxar för spårbarhet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474720" cy="4572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🔄 Pågår (In Progress)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Aktuellt arbetsområde</a:t>
            </a:r>
            <a:br/>
            <a:r>
              <a:t>• Max 1-2 saker i taget</a:t>
            </a:r>
            <a:br/>
            <a:r>
              <a:t>• AI-assistenten flyttar</a:t>
            </a:r>
            <a:br/>
            <a:r>
              <a:t>  hit när arbete påbörjas</a:t>
            </a:r>
            <a:br/>
            <a:br/>
            <a:r>
              <a:t>Flöde:</a:t>
            </a:r>
            <a:br/>
            <a:r>
              <a:t>  Att göra → Pågår → Klart</a:t>
            </a:r>
            <a:br/>
            <a:r>
              <a:t>       ↑                  ↓</a:t>
            </a:r>
            <a:br/>
            <a:r>
              <a:t>       └── Justering ────┘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474720" cy="4572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✅ Klart (Done)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Godkända funktioner</a:t>
            </a:r>
            <a:br/>
            <a:r>
              <a:t>• Datum för godkännande</a:t>
            </a:r>
            <a:br/>
            <a:r>
              <a:t>• Testfallsreferens</a:t>
            </a:r>
            <a:br/>
            <a:r>
              <a:t>• Sign-off i Kundrelationer</a:t>
            </a:r>
            <a:br/>
            <a:br/>
            <a:r>
              <a:t>Exempel:</a:t>
            </a:r>
            <a:br/>
            <a:r>
              <a:t>  [x] 6.1 MQTT-konfig i UI</a:t>
            </a:r>
            <a:br/>
            <a:r>
              <a:t>  ✅ Godkänt 2026-06-13</a:t>
            </a:r>
            <a:br/>
            <a:br/>
            <a:r>
              <a:t>  [x] BUG-002 Write</a:t>
            </a:r>
            <a:br/>
            <a:r>
              <a:t>  TC-SCAN-006, TC-E2E-003</a:t>
            </a:r>
            <a:br/>
            <a:r>
              <a:t>  ✅ Godkänt 2026-06-13</a:t>
            </a:r>
            <a:br/>
            <a:br/>
            <a:r>
              <a:t>Regel: aldrig klarmarkerad</a:t>
            </a:r>
            <a:br/>
            <a:r>
              <a:t>före kund-godkännande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Artefakter &amp; Dokument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Allt som produceras under utvecklingen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📱 Android App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Kotlin + Jetpack Compose</a:t>
            </a:r>
            <a:br/>
            <a:r>
              <a:t>• Paho MQTT-klient</a:t>
            </a:r>
            <a:br/>
            <a:r>
              <a:t>• Room-databas (SQLite)</a:t>
            </a:r>
            <a:br/>
            <a:r>
              <a:t>• NFC Reader/Writer</a:t>
            </a:r>
            <a:br/>
            <a:r>
              <a:t>• Material 3 UI</a:t>
            </a:r>
            <a:br/>
            <a:r>
              <a:t>• GitHub: rfid-manager-</a:t>
            </a:r>
            <a:br/>
            <a:r>
              <a:t>  android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📚 Wiki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index.md — navigation</a:t>
            </a:r>
            <a:br/>
            <a:r>
              <a:t>• MQTT-Infrastruktur.md</a:t>
            </a:r>
            <a:br/>
            <a:r>
              <a:t>• App-Architecture.md</a:t>
            </a:r>
            <a:br/>
            <a:r>
              <a:t>• Produkt-Roadmap.md</a:t>
            </a:r>
            <a:br/>
            <a:r>
              <a:t>• Kanban.md</a:t>
            </a:r>
            <a:br/>
            <a:r>
              <a:t>• Kundrelationer.md</a:t>
            </a:r>
            <a:br/>
            <a:r>
              <a:t>• Testplan.md</a:t>
            </a:r>
            <a:br/>
            <a:r>
              <a:t>• GitHub: rfid-manager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🧪 Test &amp; Verktyg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Python subscriber (+ SQLite)</a:t>
            </a:r>
            <a:br/>
            <a:r>
              <a:t>• Python simulator</a:t>
            </a:r>
            <a:br/>
            <a:r>
              <a:t>• Testplan med 22 testfall</a:t>
            </a:r>
            <a:br/>
            <a:r>
              <a:t>• Användarmanual (PDF)</a:t>
            </a:r>
            <a:br/>
            <a:r>
              <a:t>• Presentations-PDFer</a:t>
            </a:r>
            <a:br/>
            <a:r>
              <a:t>• Arkitekturdiagram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📦 Releases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v1.0 (GitHub Release)</a:t>
            </a:r>
            <a:br/>
            <a:r>
              <a:t>• APK: app-release.apk</a:t>
            </a:r>
            <a:br/>
            <a:r>
              <a:t>• Release notes per fas</a:t>
            </a:r>
            <a:br/>
            <a:r>
              <a:t>• Debug-signerad</a:t>
            </a:r>
            <a:br/>
            <a:r>
              <a:t>• R8-minifierad</a:t>
            </a:r>
            <a:br/>
            <a:r>
              <a:t>• 2.2 MB nedladdning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11480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📊 Presentations-PDFer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RFID-Manager-Test-Setup.pdf</a:t>
            </a:r>
            <a:br/>
            <a:r>
              <a:t>  — teknisk översikt</a:t>
            </a:r>
            <a:br/>
            <a:r>
              <a:t>• RFID-Manager-Arbetssatt.pdf</a:t>
            </a:r>
            <a:br/>
            <a:r>
              <a:t>  — processbeskrivning</a:t>
            </a:r>
            <a:br/>
            <a:r>
              <a:t>• Skapas med python-pptx</a:t>
            </a:r>
            <a:br/>
            <a:r>
              <a:t>  + LibreOffice</a:t>
            </a:r>
            <a:br/>
            <a:r>
              <a:t>• 16:9 format, mörkt tema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11480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🗺️ Framtida artefakter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Användarmanual (PDF, klart)</a:t>
            </a:r>
            <a:br/>
            <a:r>
              <a:t>• Nomenklaturdokument (topics)</a:t>
            </a:r>
            <a:br/>
            <a:r>
              <a:t>• Broker quick reference (PDF)</a:t>
            </a:r>
            <a:br/>
            <a:r>
              <a:t>• Docker-compose för CI</a:t>
            </a:r>
            <a:br/>
            <a:r>
              <a:t>• Play Store-lansering</a:t>
            </a:r>
            <a:br/>
            <a:r>
              <a:t>• TLS-certifikatsguide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Processregler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Spelregler som håller arbetet fokuserat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10972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Regel 1: Kunden bestämmer VAD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AI-assistenten föreslår och utför, men kunden äger prioritering och acceptans.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94960" cy="10972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Regel 2: Allt dokumenteras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Ingen kod utan wiki-sida. Alla beslut, kommandon och konfigurationer sparas.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5394960" cy="10972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Regel 3: Godkänn först, avsluta sen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Ingen task markeras Klart före kund-godkännande.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5394960" cy="10972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Regel 4: Arbeta i cykler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Bygg en liten bit, testa, godkänn. Inga stora hopp.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5394960" cy="10972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Regel 5: Håll Kanban uppdaterad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AI-assistenten ansvarar. Kunden ska alltid kunna se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394960" cy="10972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Regel 6: Två GitHub-repos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Wiki (rfid-manager) och kod (rfid-manager-android) separeras.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19"/>
            <a:ext cx="5394960" cy="10972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Regel 7: master = default branch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Inte main. Alla repos följer detta.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303519"/>
            <a:ext cx="5394960" cy="10972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Regel 8: Fråga om osäker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AI-assistenten frågar hellre än gissar. Kunden svarar.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Sammanfattning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</a:defRPr>
            </a:pPr>
            <a:r>
              <a:t>AI-assisterad, kundstyrd, dokumenterad — en skalbar arbetsmetod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27432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</a:defRPr>
            </a:pPr>
            <a:r>
              <a:t>Joakim • 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