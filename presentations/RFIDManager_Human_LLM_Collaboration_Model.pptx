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BF3C7F-24F9-402F-AC7B-C15AE282E2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FAEB7B-8FC6-4769-8FAA-3DC5F0C038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F9B4AF-0DBB-48E4-8657-9718061E89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7B8783-EFB8-4736-9506-12BA4D0BA3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6187C0-6B54-4288-AAD1-583F14171E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B98438-54DF-4C07-AE74-6EBD7F712F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5DB28A-B617-4ECC-AE3F-78639B6004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4F3B99-5E6B-4FD3-B3F0-9A1B94955C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1FA1E1-F0F2-440B-BB32-74661CD9B6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2CDB85-434C-4B07-B89A-3CAA262407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v-S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E39F59-3178-47AC-BF49-214BF664B9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sv-S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RFIDManager Project</a:t>
            </a:r>
            <a:endParaRPr lang="sv-S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840480"/>
            <a:ext cx="1127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Human + LLM Collaboration with Clear Responsibility Division</a:t>
            </a:r>
            <a:br>
              <a:rPr sz="2400"/>
            </a:br>
            <a:r>
              <a:rPr lang="en-US" sz="24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(Andrej Karpathy-inspired Harness + Strict Organizational Rules)</a:t>
            </a:r>
            <a:endParaRPr lang="sv-S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The Vision &amp; The Challenge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Build a real-world industrial RFID/NFC reading &amp; telemetry app for escort memory use cases.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Limited resources: One human (Kund/PL with domain expertise) + one LLM (Grok).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Goal: Demonstrate a repeatable, auditable way for humans and LLMs to collaborate on complex, long-running software projects.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Low technical audience: Focus on the *process* and the *results*, not code details.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Our Working Method – A Simple Graphical Model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457200" y="1371600"/>
            <a:ext cx="2285640" cy="109692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HUMAN</a:t>
            </a:r>
            <a:br>
              <a:rPr sz="1400"/>
            </a:b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(Kund / Projektledare)</a:t>
            </a:r>
            <a:endParaRPr lang="sv-S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ight Arrow 3"/>
          <p:cNvSpPr/>
          <p:nvPr/>
        </p:nvSpPr>
        <p:spPr>
          <a:xfrm>
            <a:off x="2926080" y="1737360"/>
            <a:ext cx="7311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3840480" y="1371600"/>
            <a:ext cx="2285640" cy="109692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LLM + AI</a:t>
            </a:r>
            <a:br>
              <a:rPr sz="1400"/>
            </a:b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(Technical Execution)</a:t>
            </a:r>
            <a:endParaRPr lang="sv-S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5"/>
          <p:cNvSpPr/>
          <p:nvPr/>
        </p:nvSpPr>
        <p:spPr>
          <a:xfrm>
            <a:off x="6309360" y="1737360"/>
            <a:ext cx="7311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7223760" y="1371600"/>
            <a:ext cx="2285640" cy="1096920"/>
          </a:xfrm>
          <a:prstGeom prst="roundRect">
            <a:avLst>
              <a:gd name="adj" fmla="val 16667"/>
            </a:avLst>
          </a:prstGeom>
          <a:solidFill>
            <a:srgbClr val="80008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SNAPSHOT + WIKI</a:t>
            </a:r>
            <a:br>
              <a:rPr sz="1400"/>
            </a:b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(Single Source of Truth)</a:t>
            </a:r>
            <a:endParaRPr lang="sv-S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Down Arrow 7"/>
          <p:cNvSpPr/>
          <p:nvPr/>
        </p:nvSpPr>
        <p:spPr>
          <a:xfrm>
            <a:off x="8138160" y="2651760"/>
            <a:ext cx="36540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8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7223760" y="3383280"/>
            <a:ext cx="2285640" cy="91404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DEVICE UAT</a:t>
            </a:r>
            <a:br>
              <a:rPr sz="1400"/>
            </a:b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(Phone Testing)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Left Arrow 9"/>
          <p:cNvSpPr/>
          <p:nvPr/>
        </p:nvSpPr>
        <p:spPr>
          <a:xfrm>
            <a:off x="2926080" y="3657600"/>
            <a:ext cx="4114440" cy="365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457200" y="4572000"/>
            <a:ext cx="112770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Core Principles (Karpathy-inspired Harness + Strict Org Rules):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Clear responsibility division: Human owns scope, priorities &amp; business validation (UAT). AI owns 100% of technical execution.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Immutable Snapshot as 'oövervinnerlig' source of truth + mandatory cp ritual after every authoritative change.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Wiki as living, append-only memory with exact headers (### Wiki Update [date time]) for full context &amp; resumption.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Verification loops: AI builds/tests, Human only validates on real device → rapid, low-risk iteration with full audit trail.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Park points after every delivery: Snapshot + wiki log contain exact state + next steps for easy handoff/resumption.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Why This Working Method?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Traditional development with AI often leads to chaos, lost context, unclear ownership, and non-reproducible results.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Karpathy's principles (structured harness, verification loops, state as code/wiki, clear interfaces) adapted to human+LLM teams.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Explicit rules (two-tree snapshot as truth, wiki as memory with mandatory headers, snapshot-first + cp ritual, post-compaction role re-reads) eliminate ambiguity.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Clear division: Human never does technical steps. AI never decides scope or UAT acceptance.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Result: Full knowledge capture, easy resumption, low risk, and a model that can be shown to funders and scaled.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Journey &amp; Parked State (High-Level)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Phase 1-2: Navigation foundation, dedicated screens (Scan/Readings/Connectivity/Settings), basic persist &amp; transmit UI.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Phase 3: Radar demo in Scan, VM-driven Readings list, MQTT/Sparkplug telemetry end-to-end (phone → broker → subscriber).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Persistence: In-memory fallback with visible banner (real Room blocked by build env/KSP).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Tooling: Subscriber parser fixed for correct UID, robust DB path, structured logging.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All delivered via the model: snapshot edits → cp → build → adb → human UAT → wiki synthesis → park.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200" y="6217920"/>
            <a:ext cx="1127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Full details + exact next steps in wiki/log.md and the release snapshot.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Current Parked State – Ready for Resumption</a:t>
            </a:r>
            <a:endParaRPr lang="sv-S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40000" y="900000"/>
            <a:ext cx="1127700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Where to find everything (for easy pickup):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Release Snapshot (immutable source of truth): /home/joakim/rfid-manager/releases/2026-06-Fas2/RFIDManager/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Wiki (complete history + next steps): /home/joakim/llm-wiki/wiki/ (start with log.md + Fas3-Implementation-Plan.md)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Latest APK: Installed on test device (or in active tree after sync from snapshot)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All UAT feedback (including this session) registered in wiki with exact headers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What works today (demonstrated via UAT):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Full bottom navigation with 4 dedicated screens (Scan, Readings, Connectivity, Settings)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NFC scanning + 'Persist this read' from detected list → appears in Readings (VM-driven)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Radar visualization (demo) in Scan – blips appear for detected tags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Transmit → Sparkplug-like MQTT telemetry reaches PC subscriber (correct uid after parser fixes)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In-memory fallback with visible banner so limitation is obvious during testing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Subscriber tooling improved (robust DB path, structured logging)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Known limitations (explicitly parked):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Real Room persistence (survive force-stop/restart) blocked by KSP/room-compiler resolution in current env – dual-mode in-memory fallback active with clear UI indicator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Some persist flows still show duplication / first-tag reuse in certain navigation sequences (documented in latest UAT)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Button state updates and per-tag data capture improved but require re-validation after funding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sv-S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To resume (zero ramp-up):</a:t>
            </a:r>
            <a:endParaRPr lang="sv-S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Read the latest Wiki Update sections in log.md for exact context and open items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All code changes always done in snapshot first, then cp to active + build + adb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User (Kund) only performs phone UAT and reports observations – AI handles all technical work</a:t>
            </a:r>
            <a:endParaRPr lang="sv-S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Benefits Demonstrated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Reproducible &amp; auditable: Every change traceable via snapshot + wiki with timestamps.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Human stays in control of what matters (scope, value, acceptance) without technical burden.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AI handles the 'heavy lifting' reliably because of strict interfaces and verification (builds + real device UAT).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Knowledge never lost: Wiki + snapshot allow perfect resumption even after long pauses or team changes.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Model itself is the deliverable: Shows funders a practical way to combine human domain expertise with LLM capability at scale.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What Funding Unlocks (Next Phase)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Resolve environment blockers for real Room persistence (data survives force-stop/restart).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Complete per-tag data capture and UI state updates in persist/transmit flows.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Polish radar, empty states, Connectivity screen, and full EAN support.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Production hardening, more UAT cycles, and pilot with real escort memory use cases.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Scale the collaboration model to larger scope or additional team members.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How to Resume (Zero Friction)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Read the most recent '### Wiki Update' sections in wiki/log.md for complete context.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All source of truth is in the release snapshot directory (immutable).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Follow the established ritual: Edit only in snapshot → cp to active → clean build → adb install → human UAT on phone.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Latest feedback (including this session) is already registered in the wiki.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AI will handle 100% of technical work; human only validates on device and provides observations.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27432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Thank You</a:t>
            </a:r>
            <a:endParaRPr lang="sv-S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7200" y="1188720"/>
            <a:ext cx="112770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This project demonstrates that with clear roles, a structured harness, and disciplined knowledge capture, a single human + LLM can drive ambitious, real-world software development.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The parked state is fully documented and ready for immediate continuation when funding is secured.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595959"/>
                </a:solidFill>
                <a:effectLst/>
                <a:uFillTx/>
                <a:latin typeface="Calibri"/>
              </a:rPr>
              <a:t>• We are happy to provide the full snapshot, wiki, APKs, and live demo on the test device.</a:t>
            </a:r>
            <a:endParaRPr lang="sv-S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457200" y="6217920"/>
            <a:ext cx="90619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FF9900"/>
                </a:solidFill>
                <a:effectLst/>
                <a:uFillTx/>
                <a:latin typeface="Calibri"/>
              </a:rPr>
              <a:t>Contact: joakim.bergelin@gmail.com | All materials under /home/joakim/rfid-manager/ and /home/joakim/llm-wiki/</a:t>
            </a:r>
            <a:endParaRPr lang="sv-S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sv-SE</dc:language>
  <cp:lastModifiedBy/>
  <dcterms:modified xsi:type="dcterms:W3CDTF">2026-06-08T19:04:01Z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