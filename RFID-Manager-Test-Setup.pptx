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FFFFF"/>
                </a:solidFill>
              </a:defRPr>
            </a:pPr>
            <a:r>
              <a:t>RFID Manager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00D2FF"/>
                </a:solidFill>
              </a:defRPr>
            </a:pPr>
            <a:r>
              <a:t>Test Setup —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383280"/>
            <a:ext cx="2743200" cy="54864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657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AAACC"/>
                </a:solidFill>
              </a:defRPr>
            </a:pPr>
            <a:r>
              <a:t>MQTT Infrastructure • NFC Scanning • End-to-End Testing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029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AACC"/>
                </a:solidFill>
              </a:defRPr>
            </a:pPr>
            <a:r>
              <a:t>2026-06-14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System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AACC"/>
                </a:solidFill>
              </a:defRPr>
            </a:pPr>
            <a:r>
              <a:t>Full architecture from NFC scan to data persistence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3474720" cy="2286000"/>
          </a:xfrm>
          <a:prstGeom prst="roundRect">
            <a:avLst/>
          </a:prstGeom>
          <a:solidFill>
            <a:srgbClr val="2828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600" b="1">
                <a:solidFill>
                  <a:srgbClr val="00D2FF"/>
                </a:solidFill>
              </a:defRPr>
            </a:pPr>
            <a:r>
              <a:t>📱 Android App (RFID Manager)</a:t>
            </a:r>
          </a:p>
          <a:p>
            <a:pPr>
              <a:spcBef>
                <a:spcPts val="400"/>
              </a:spcBef>
              <a:defRPr sz="1300">
                <a:solidFill>
                  <a:srgbClr val="AAAACC"/>
                </a:solidFill>
              </a:defRPr>
            </a:pPr>
            <a:r>
              <a:t>• NFC Reader/Writer</a:t>
            </a:r>
            <a:br/>
            <a:r>
              <a:t>• MQTT Client (Paho)</a:t>
            </a:r>
            <a:br/>
            <a:r>
              <a:t>• Room DB (local cache)</a:t>
            </a:r>
            <a:br/>
            <a:r>
              <a:t>• Scan → Publish flow</a:t>
            </a:r>
            <a:br/>
            <a:r>
              <a:t>• IP: 192.168.50.112</a:t>
            </a:r>
            <a:br/>
            <a:r>
              <a:t>• WiFi-connected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463040"/>
            <a:ext cx="3474720" cy="2286000"/>
          </a:xfrm>
          <a:prstGeom prst="roundRect">
            <a:avLst/>
          </a:prstGeom>
          <a:solidFill>
            <a:srgbClr val="2828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600" b="1">
                <a:solidFill>
                  <a:srgbClr val="00D2FF"/>
                </a:solidFill>
              </a:defRPr>
            </a:pPr>
            <a:r>
              <a:t>🌐 MQTT Broker (Mosquitto)</a:t>
            </a:r>
          </a:p>
          <a:p>
            <a:pPr>
              <a:spcBef>
                <a:spcPts val="400"/>
              </a:spcBef>
              <a:defRPr sz="1300">
                <a:solidFill>
                  <a:srgbClr val="AAAACC"/>
                </a:solidFill>
              </a:defRPr>
            </a:pPr>
            <a:r>
              <a:t>• Docker container</a:t>
            </a:r>
            <a:br/>
            <a:r>
              <a:t>• eclipse-mosquitto:latest</a:t>
            </a:r>
            <a:br/>
            <a:r>
              <a:t>• Port 1883 (TCP)</a:t>
            </a:r>
            <a:br/>
            <a:r>
              <a:t>• allow_anonymous: true</a:t>
            </a:r>
            <a:br/>
            <a:r>
              <a:t>• IP: 192.168.50.128</a:t>
            </a:r>
            <a:br/>
            <a:r>
              <a:t>• Mosquitto 2.1.2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1463040"/>
            <a:ext cx="3474720" cy="2286000"/>
          </a:xfrm>
          <a:prstGeom prst="roundRect">
            <a:avLst/>
          </a:prstGeom>
          <a:solidFill>
            <a:srgbClr val="2828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600" b="1">
                <a:solidFill>
                  <a:srgbClr val="00D2FF"/>
                </a:solidFill>
              </a:defRPr>
            </a:pPr>
            <a:r>
              <a:t>💾 Subscriber / Backend</a:t>
            </a:r>
          </a:p>
          <a:p>
            <a:pPr>
              <a:spcBef>
                <a:spcPts val="400"/>
              </a:spcBef>
              <a:defRPr sz="1300">
                <a:solidFill>
                  <a:srgbClr val="AAAACC"/>
                </a:solidFill>
              </a:defRPr>
            </a:pPr>
            <a:r>
              <a:t>• Python subscriber script</a:t>
            </a:r>
            <a:br/>
            <a:r>
              <a:t>• SQLite persistence</a:t>
            </a:r>
            <a:br/>
            <a:r>
              <a:t>• Filters: rfidmanager/+/telemetry</a:t>
            </a:r>
            <a:br/>
            <a:r>
              <a:t>• Color-coded terminal output</a:t>
            </a:r>
            <a:br/>
            <a:r>
              <a:t>• Statistics on exit</a:t>
            </a:r>
            <a:br/>
            <a:r>
              <a:t>• Localhost connection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114800"/>
            <a:ext cx="5303520" cy="2286000"/>
          </a:xfrm>
          <a:prstGeom prst="roundRect">
            <a:avLst/>
          </a:prstGeom>
          <a:solidFill>
            <a:srgbClr val="2828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600" b="1">
                <a:solidFill>
                  <a:srgbClr val="00D2FF"/>
                </a:solidFill>
              </a:defRPr>
            </a:pPr>
            <a:r>
              <a:t>🔁 Data Flow</a:t>
            </a:r>
          </a:p>
          <a:p>
            <a:pPr>
              <a:spcBef>
                <a:spcPts val="400"/>
              </a:spcBef>
              <a:defRPr sz="1300">
                <a:solidFill>
                  <a:srgbClr val="AAAACC"/>
                </a:solidFill>
              </a:defRPr>
            </a:pPr>
            <a:r>
              <a:t>1. NFC-tag scanned → UID extracted</a:t>
            </a:r>
            <a:br/>
            <a:r>
              <a:t>2. JSON payload constructed</a:t>
            </a:r>
            <a:br/>
            <a:r>
              <a:t>3. Published to rfidmanager/&lt;uid&gt;/telemetry</a:t>
            </a:r>
            <a:br/>
            <a:r>
              <a:t>4. Broker routes to all subscribers</a:t>
            </a:r>
            <a:br/>
            <a:r>
              <a:t>5. Python subscriber logs to SQLite</a:t>
            </a:r>
            <a:br/>
            <a:r>
              <a:t>6. App stores locally in Room DB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4114800"/>
            <a:ext cx="5303520" cy="2286000"/>
          </a:xfrm>
          <a:prstGeom prst="roundRect">
            <a:avLst/>
          </a:prstGeom>
          <a:solidFill>
            <a:srgbClr val="2828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600" b="1">
                <a:solidFill>
                  <a:srgbClr val="00D2FF"/>
                </a:solidFill>
              </a:defRPr>
            </a:pPr>
            <a:r>
              <a:t>🧪 Test Configuration</a:t>
            </a:r>
          </a:p>
          <a:p>
            <a:pPr>
              <a:spcBef>
                <a:spcPts val="400"/>
              </a:spcBef>
              <a:defRPr sz="1300">
                <a:solidFill>
                  <a:srgbClr val="AAAACC"/>
                </a:solidFill>
              </a:defRPr>
            </a:pPr>
            <a:r>
              <a:t>• Broker: 192.168.50.128:1883</a:t>
            </a:r>
            <a:br/>
            <a:r>
              <a:t>• Topic: rfidmanager/&lt;uid&gt;/telemetry</a:t>
            </a:r>
            <a:br/>
            <a:r>
              <a:t>• QoS: 1 (at least once)</a:t>
            </a:r>
            <a:br/>
            <a:r>
              <a:t>• Keep-alive: 30s</a:t>
            </a:r>
            <a:br/>
            <a:r>
              <a:t>• cleanSession: true</a:t>
            </a:r>
            <a:br/>
            <a:r>
              <a:t>• JSON format payload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MQTT Infrastructure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AACC"/>
                </a:solidFill>
              </a:defRPr>
            </a:pPr>
            <a:r>
              <a:t>Publish/Subscribe pattern — decoupled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5486400" cy="4572000"/>
          </a:xfrm>
          <a:prstGeom prst="roundRect">
            <a:avLst/>
          </a:prstGeom>
          <a:solidFill>
            <a:srgbClr val="2828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600" b="1">
                <a:solidFill>
                  <a:srgbClr val="00D2FF"/>
                </a:solidFill>
              </a:defRPr>
            </a:pPr>
            <a:r>
              <a:t>Publish / Subscribe Model</a:t>
            </a:r>
          </a:p>
          <a:p>
            <a:pPr>
              <a:spcBef>
                <a:spcPts val="400"/>
              </a:spcBef>
              <a:defRPr sz="1300">
                <a:solidFill>
                  <a:srgbClr val="AAAACC"/>
                </a:solidFill>
              </a:defRPr>
            </a:pPr>
            <a:r>
              <a:t>┌─────────────┐     ┌─────────────┐</a:t>
            </a:r>
            <a:br/>
            <a:r>
              <a:t>│  Publisher   │     │  Publisher  │</a:t>
            </a:r>
            <a:br/>
            <a:r>
              <a:t>│  (App)       │     │  (Simulator)│</a:t>
            </a:r>
            <a:br/>
            <a:r>
              <a:t>└──────┬──────┘     └──────┬──────┘</a:t>
            </a:r>
            <a:br/>
            <a:r>
              <a:t>       │                   │</a:t>
            </a:r>
            <a:br/>
            <a:r>
              <a:t>       ▼                   ▼</a:t>
            </a:r>
            <a:br/>
            <a:r>
              <a:t>┌─────────────────────────────────┐</a:t>
            </a:r>
            <a:br/>
            <a:r>
              <a:t>│      MQTT BROKER (Mosquitto)     │</a:t>
            </a:r>
            <a:br/>
            <a:r>
              <a:t>│   192.168.50.128:1883            │</a:t>
            </a:r>
            <a:br/>
            <a:r>
              <a:t>└────────┬────────────────┬────────┘</a:t>
            </a:r>
            <a:br/>
            <a:r>
              <a:t>         │                │</a:t>
            </a:r>
            <a:br/>
            <a:r>
              <a:t>         ▼                ▼</a:t>
            </a:r>
            <a:br/>
            <a:r>
              <a:t>┌─────────────┐     ┌─────────────┐</a:t>
            </a:r>
            <a:br/>
            <a:r>
              <a:t>│  Subscriber  │     │  Subscriber │</a:t>
            </a:r>
            <a:br/>
            <a:r>
              <a:t>│  (Python)    │     │  (MQTT Exp) │</a:t>
            </a:r>
            <a:br/>
            <a:r>
              <a:t>│  → SQLite    │     │  → GUI view │</a:t>
            </a:r>
            <a:br/>
            <a:r>
              <a:t>└─────────────┘     └─────────────┘</a:t>
            </a:r>
            <a:br/>
            <a:br/>
            <a:r>
              <a:t>Key points:</a:t>
            </a:r>
            <a:br/>
            <a:r>
              <a:t>• Publishers don't know subscribers</a:t>
            </a:r>
            <a:br/>
            <a:r>
              <a:t>• Broker handles all routing</a:t>
            </a:r>
            <a:br/>
            <a:r>
              <a:t>• Any number of pub/sub on each topic</a:t>
            </a:r>
            <a:br/>
            <a:r>
              <a:t>• Wildcards enable flexible subscriptions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303520" cy="4572000"/>
          </a:xfrm>
          <a:prstGeom prst="roundRect">
            <a:avLst/>
          </a:prstGeom>
          <a:solidFill>
            <a:srgbClr val="2828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600" b="1">
                <a:solidFill>
                  <a:srgbClr val="00D2FF"/>
                </a:solidFill>
              </a:defRPr>
            </a:pPr>
            <a:r>
              <a:t>Topic Structure</a:t>
            </a:r>
          </a:p>
          <a:p>
            <a:pPr>
              <a:spcBef>
                <a:spcPts val="400"/>
              </a:spcBef>
              <a:defRPr sz="1300">
                <a:solidFill>
                  <a:srgbClr val="AAAACC"/>
                </a:solidFill>
              </a:defRPr>
            </a:pPr>
            <a:r>
              <a:t>rfidmanager / &lt;uid&gt; / telemetry</a:t>
            </a:r>
            <a:br/>
            <a:r>
              <a:t>    ↑          ↑          ↑</a:t>
            </a:r>
            <a:br/>
            <a:r>
              <a:t>  our app    tag ID    data type</a:t>
            </a:r>
            <a:br/>
            <a:br/>
            <a:r>
              <a:t>Examples:</a:t>
            </a:r>
            <a:br/>
            <a:r>
              <a:t>• rfidmanager/047B1234/telemetry</a:t>
            </a:r>
            <a:br/>
            <a:r>
              <a:t>• rfidmanager/0A1B2C3D/telemetry</a:t>
            </a:r>
            <a:br/>
            <a:br/>
            <a:r>
              <a:t>Wildcards:</a:t>
            </a:r>
            <a:br/>
            <a:r>
              <a:t>• rfidmanager/#  — all messages</a:t>
            </a:r>
            <a:br/>
            <a:r>
              <a:t>• rfidmanager/+/telemetry  — all UIDs</a:t>
            </a:r>
            <a:br/>
            <a:r>
              <a:t>• rfidmanager/047B1234/+  — all types</a:t>
            </a:r>
            <a:br/>
            <a:br/>
            <a:r>
              <a:t>JSON Payload:</a:t>
            </a:r>
            <a:br/>
            <a:r>
              <a:t>{"uid":"047B1234","type":"rfid",</a:t>
            </a:r>
            <a:br/>
            <a:r>
              <a:t> "timestamp":1718300000}</a:t>
            </a:r>
            <a:br/>
            <a:br/>
            <a:r>
              <a:t>QoS Levels:</a:t>
            </a:r>
            <a:br/>
            <a:r>
              <a:t>• 0: fire-and-forget</a:t>
            </a:r>
            <a:br/>
            <a:r>
              <a:t>• 1: at least once (our choice)</a:t>
            </a:r>
            <a:br/>
            <a:r>
              <a:t>• 2: exactly once (overkill)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Network Topology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AACC"/>
                </a:solidFill>
              </a:defRPr>
            </a:pPr>
            <a:r>
              <a:t>Home network: 192.168.50.0/24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3657600" cy="2011680"/>
          </a:xfrm>
          <a:prstGeom prst="roundRect">
            <a:avLst/>
          </a:prstGeom>
          <a:solidFill>
            <a:srgbClr val="2828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600" b="1">
                <a:solidFill>
                  <a:srgbClr val="00D2FF"/>
                </a:solidFill>
              </a:defRPr>
            </a:pPr>
            <a:r>
              <a:t>📱 Phone (WiFi)</a:t>
            </a:r>
          </a:p>
          <a:p>
            <a:pPr>
              <a:spcBef>
                <a:spcPts val="400"/>
              </a:spcBef>
              <a:defRPr sz="1300">
                <a:solidFill>
                  <a:srgbClr val="AAAACC"/>
                </a:solidFill>
              </a:defRPr>
            </a:pPr>
            <a:r>
              <a:t>• Samsung Galaxy Note 10</a:t>
            </a:r>
            <a:br/>
            <a:r>
              <a:t>• IP: 192.168.50.112</a:t>
            </a:r>
            <a:br/>
            <a:r>
              <a:t>• Paho MQTT Client</a:t>
            </a:r>
            <a:br/>
            <a:r>
              <a:t>• clientId: rfid-android-client</a:t>
            </a:r>
            <a:br/>
            <a:r>
              <a:t>• Publishes on scan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463040"/>
            <a:ext cx="3657600" cy="2011680"/>
          </a:xfrm>
          <a:prstGeom prst="roundRect">
            <a:avLst/>
          </a:prstGeom>
          <a:solidFill>
            <a:srgbClr val="2828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600" b="1">
                <a:solidFill>
                  <a:srgbClr val="00D2FF"/>
                </a:solidFill>
              </a:defRPr>
            </a:pPr>
            <a:r>
              <a:t>💻 PC — Docker Host</a:t>
            </a:r>
          </a:p>
          <a:p>
            <a:pPr>
              <a:spcBef>
                <a:spcPts val="400"/>
              </a:spcBef>
              <a:defRPr sz="1300">
                <a:solidFill>
                  <a:srgbClr val="AAAACC"/>
                </a:solidFill>
              </a:defRPr>
            </a:pPr>
            <a:r>
              <a:t>• IP: 192.168.50.128</a:t>
            </a:r>
            <a:br/>
            <a:r>
              <a:t>• Mosquitto container</a:t>
            </a:r>
            <a:br/>
            <a:r>
              <a:t>  (port 1883)</a:t>
            </a:r>
            <a:br/>
            <a:r>
              <a:t>• Python subscriber</a:t>
            </a:r>
            <a:br/>
            <a:r>
              <a:t>• MQTT Explorer</a:t>
            </a:r>
            <a:br/>
            <a:r>
              <a:t>• All on same machine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21040" y="1463040"/>
            <a:ext cx="3291840" cy="2011680"/>
          </a:xfrm>
          <a:prstGeom prst="roundRect">
            <a:avLst/>
          </a:prstGeom>
          <a:solidFill>
            <a:srgbClr val="2828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600" b="1">
                <a:solidFill>
                  <a:srgbClr val="00D2FF"/>
                </a:solidFill>
              </a:defRPr>
            </a:pPr>
            <a:r>
              <a:t>🌍 External Tools</a:t>
            </a:r>
          </a:p>
          <a:p>
            <a:pPr>
              <a:spcBef>
                <a:spcPts val="400"/>
              </a:spcBef>
              <a:defRPr sz="1300">
                <a:solidFill>
                  <a:srgbClr val="AAAACC"/>
                </a:solidFill>
              </a:defRPr>
            </a:pPr>
            <a:r>
              <a:t>• mosquitto_pub/sub</a:t>
            </a:r>
            <a:br/>
            <a:r>
              <a:t>  (standalone or via docker)</a:t>
            </a:r>
            <a:br/>
            <a:r>
              <a:t>• MQTT Explorer (GUI)</a:t>
            </a:r>
            <a:br/>
            <a:r>
              <a:t>• Wireshark (packet analysis)</a:t>
            </a:r>
            <a:br/>
            <a:r>
              <a:t>• netcat (raw TCP test)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40480"/>
            <a:ext cx="10972800" cy="2743200"/>
          </a:xfrm>
          <a:prstGeom prst="roundRect">
            <a:avLst/>
          </a:prstGeom>
          <a:solidFill>
            <a:srgbClr val="2828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600" b="1">
                <a:solidFill>
                  <a:srgbClr val="00D2FF"/>
                </a:solidFill>
              </a:defRPr>
            </a:pPr>
            <a:r>
              <a:t>Connection Matrix</a:t>
            </a:r>
          </a:p>
          <a:p>
            <a:pPr>
              <a:spcBef>
                <a:spcPts val="400"/>
              </a:spcBef>
              <a:defRPr sz="1300">
                <a:solidFill>
                  <a:srgbClr val="AAAACC"/>
                </a:solidFill>
              </a:defRPr>
            </a:pPr>
            <a:r>
              <a:t>┌──────────────────────────────────────────────────────────────────────────────┐</a:t>
            </a:r>
            <a:br/>
            <a:r>
              <a:t>│ Component         │ IP/Host          │ Connects To       │ Port │ Protocol │</a:t>
            </a:r>
            <a:br/>
            <a:r>
              <a:t>├──────────────────────────────────────────────────────────────────────────────┤</a:t>
            </a:r>
            <a:br/>
            <a:r>
              <a:t>│ Phone (App)       │ 192.168.50.112   │ Broker (WiFi)     │ 1883 │ MQTT     │</a:t>
            </a:r>
            <a:br/>
            <a:r>
              <a:t>│ Broker (Container) │ 192.168.50.128  │ — (accepts all)   │ 1883 │ TCP      │</a:t>
            </a:r>
            <a:br/>
            <a:r>
              <a:t>│ Python Subscriber │ localhost        │ Broker (local)    │ 1883 │ MQTT     │</a:t>
            </a:r>
            <a:br/>
            <a:r>
              <a:t>│ MQTT Explorer     │ 192.168.50.128   │ Broker            │ 1883 │ MQTT     │</a:t>
            </a:r>
            <a:br/>
            <a:r>
              <a:t>│ mosquitto CLI     │ localhost/192.168.50.128 │ Broker    │ 1883 │ MQTT     │</a:t>
            </a:r>
            <a:br/>
            <a:r>
              <a:t>│ Wireshark         │ any              │ Network interface │ —    │ MQTT ftr │</a:t>
            </a:r>
            <a:br/>
            <a:r>
              <a:t>└──────────────────────────────────────────────────────────────────────────────┘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Test Tools &amp; Commands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AACC"/>
                </a:solidFill>
              </a:defRPr>
            </a:pPr>
            <a:r>
              <a:t>Three ways to test — CLI, Docker, or GUI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5486400" cy="2286000"/>
          </a:xfrm>
          <a:prstGeom prst="roundRect">
            <a:avLst/>
          </a:prstGeom>
          <a:solidFill>
            <a:srgbClr val="2828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600" b="1">
                <a:solidFill>
                  <a:srgbClr val="00D2FF"/>
                </a:solidFill>
              </a:defRPr>
            </a:pPr>
            <a:r>
              <a:t>🔧 Method 1: Standalone mosquitto CLI</a:t>
            </a:r>
          </a:p>
          <a:p>
            <a:pPr>
              <a:spcBef>
                <a:spcPts val="400"/>
              </a:spcBef>
              <a:defRPr sz="1300">
                <a:solidFill>
                  <a:srgbClr val="AAAACC"/>
                </a:solidFill>
              </a:defRPr>
            </a:pPr>
            <a:r>
              <a:t>Install:  sudo pacman -S mosquitto</a:t>
            </a:r>
            <a:br/>
            <a:br/>
            <a:r>
              <a:t>Listen on all topics:</a:t>
            </a:r>
            <a:br/>
            <a:r>
              <a:t>  mosquitto_sub -h 192.168.50.128 -p 1883 \</a:t>
            </a:r>
            <a:br/>
            <a:r>
              <a:t>    -t "rfidmanager/#" -v</a:t>
            </a:r>
            <a:br/>
            <a:br/>
            <a:r>
              <a:t>Publish test message:</a:t>
            </a:r>
            <a:br/>
            <a:r>
              <a:t>  mosquitto_pub -h 192.168.50.128 -p 1883 \</a:t>
            </a:r>
            <a:br/>
            <a:r>
              <a:t>    -t "rfidmanager/test/telemetry" \</a:t>
            </a:r>
            <a:br/>
            <a:r>
              <a:t>    -m '{"uid":"test"}'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486400" cy="2286000"/>
          </a:xfrm>
          <a:prstGeom prst="roundRect">
            <a:avLst/>
          </a:prstGeom>
          <a:solidFill>
            <a:srgbClr val="2828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600" b="1">
                <a:solidFill>
                  <a:srgbClr val="00D2FF"/>
                </a:solidFill>
              </a:defRPr>
            </a:pPr>
            <a:r>
              <a:t>🐳 Method 2: Via Docker container</a:t>
            </a:r>
          </a:p>
          <a:p>
            <a:pPr>
              <a:spcBef>
                <a:spcPts val="400"/>
              </a:spcBef>
              <a:defRPr sz="1300">
                <a:solidFill>
                  <a:srgbClr val="AAAACC"/>
                </a:solidFill>
              </a:defRPr>
            </a:pPr>
            <a:r>
              <a:t>No installation needed — broker already has mosquitto tools.</a:t>
            </a:r>
            <a:br/>
            <a:br/>
            <a:r>
              <a:t>Listen:</a:t>
            </a:r>
            <a:br/>
            <a:r>
              <a:t>  docker exec rfid-mqtt-test mosquitto_sub \</a:t>
            </a:r>
            <a:br/>
            <a:r>
              <a:t>    -h localhost -p 1883 -t "rfidmanager/#" -v</a:t>
            </a:r>
            <a:br/>
            <a:br/>
            <a:r>
              <a:t>Publish:</a:t>
            </a:r>
            <a:br/>
            <a:r>
              <a:t>  docker exec rfid-mqtt-test mosquitto_pub \</a:t>
            </a:r>
            <a:br/>
            <a:r>
              <a:t>    -h localhost -p 1883 \</a:t>
            </a:r>
            <a:br/>
            <a:r>
              <a:t>    -t "rfidmanager/test/telemetry" \</a:t>
            </a:r>
            <a:br/>
            <a:r>
              <a:t>    -m '{"type":"test"}'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023360"/>
            <a:ext cx="5486400" cy="2286000"/>
          </a:xfrm>
          <a:prstGeom prst="roundRect">
            <a:avLst/>
          </a:prstGeom>
          <a:solidFill>
            <a:srgbClr val="2828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600" b="1">
                <a:solidFill>
                  <a:srgbClr val="00D2FF"/>
                </a:solidFill>
              </a:defRPr>
            </a:pPr>
            <a:r>
              <a:t>🖥️ Method 3: MQTT Explorer (GUI)</a:t>
            </a:r>
          </a:p>
          <a:p>
            <a:pPr>
              <a:spcBef>
                <a:spcPts val="400"/>
              </a:spcBef>
              <a:defRPr sz="1300">
                <a:solidFill>
                  <a:srgbClr val="AAAACC"/>
                </a:solidFill>
              </a:defRPr>
            </a:pPr>
            <a:r>
              <a:t>Download: github.com/thomasnordquist/MQTT-Explorer</a:t>
            </a:r>
            <a:br/>
            <a:br/>
            <a:r>
              <a:t>Connection settings:</a:t>
            </a:r>
            <a:br/>
            <a:r>
              <a:t>  Host: 192.168.50.128</a:t>
            </a:r>
            <a:br/>
            <a:r>
              <a:t>  Port: 1883</a:t>
            </a:r>
            <a:br/>
            <a:r>
              <a:t>  SSL/TLS: Off</a:t>
            </a:r>
            <a:br/>
            <a:r>
              <a:t>  Auth: None</a:t>
            </a:r>
            <a:br/>
            <a:br/>
            <a:r>
              <a:t>Subscribe to rfidmanager/# for real-time view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4023360"/>
            <a:ext cx="5486400" cy="2286000"/>
          </a:xfrm>
          <a:prstGeom prst="roundRect">
            <a:avLst/>
          </a:prstGeom>
          <a:solidFill>
            <a:srgbClr val="2828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600" b="1">
                <a:solidFill>
                  <a:srgbClr val="00D2FF"/>
                </a:solidFill>
              </a:defRPr>
            </a:pPr>
            <a:r>
              <a:t>🐍 Python Test Scripts</a:t>
            </a:r>
          </a:p>
          <a:p>
            <a:pPr>
              <a:spcBef>
                <a:spcPts val="400"/>
              </a:spcBef>
              <a:defRPr sz="1300">
                <a:solidFill>
                  <a:srgbClr val="AAAACC"/>
                </a:solidFill>
              </a:defRPr>
            </a:pPr>
            <a:r>
              <a:t>Location: ~/rfid-manager/test/fas2-mqtt/mqtt/</a:t>
            </a:r>
            <a:br/>
            <a:br/>
            <a:r>
              <a:t>Subscriber (SQLite logging):</a:t>
            </a:r>
            <a:br/>
            <a:r>
              <a:t>  ./test_subscriber_persist.py</a:t>
            </a:r>
            <a:br/>
            <a:r>
              <a:t>  ./test_subscriber_persist.py --uid 047B</a:t>
            </a:r>
            <a:br/>
            <a:br/>
            <a:r>
              <a:t>Simulator (simulate phone):</a:t>
            </a:r>
            <a:br/>
            <a:r>
              <a:t>  ./simulate_mobile_publish.py</a:t>
            </a:r>
            <a:br/>
            <a:br/>
            <a:r>
              <a:t>Output: ~/rfid-manager/data/rfid_readings.db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Broker Administration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AACC"/>
                </a:solidFill>
              </a:defRPr>
            </a:pPr>
            <a:r>
              <a:t>Docker-based Mosquitto management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5486400" cy="4572000"/>
          </a:xfrm>
          <a:prstGeom prst="roundRect">
            <a:avLst/>
          </a:prstGeom>
          <a:solidFill>
            <a:srgbClr val="2828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600" b="1">
                <a:solidFill>
                  <a:srgbClr val="00D2FF"/>
                </a:solidFill>
              </a:defRPr>
            </a:pPr>
            <a:r>
              <a:t>Docker Commands</a:t>
            </a:r>
          </a:p>
          <a:p>
            <a:pPr>
              <a:spcBef>
                <a:spcPts val="400"/>
              </a:spcBef>
              <a:defRPr sz="1300">
                <a:solidFill>
                  <a:srgbClr val="AAAACC"/>
                </a:solidFill>
              </a:defRPr>
            </a:pPr>
            <a:r>
              <a:t>┌─────────────────────────────────────────────────────────────┐</a:t>
            </a:r>
            <a:br/>
            <a:r>
              <a:t>│ Command                           │ Description             │</a:t>
            </a:r>
            <a:br/>
            <a:r>
              <a:t>├─────────────────────────────────────────────────────────────┤</a:t>
            </a:r>
            <a:br/>
            <a:r>
              <a:t>│ docker run ... eclipse-mosquitto  │ Start broker (--rm!)   │</a:t>
            </a:r>
            <a:br/>
            <a:r>
              <a:t>│ docker start rfid-mqtt-test       │ Start existing cont.   │</a:t>
            </a:r>
            <a:br/>
            <a:r>
              <a:t>│ docker stop rfid-mqtt-test        │ Stop broker           │</a:t>
            </a:r>
            <a:br/>
            <a:r>
              <a:t>│ docker restart rfid-mqtt-test     │ Restart broker        │</a:t>
            </a:r>
            <a:br/>
            <a:r>
              <a:t>│ docker ps --filter name=rfid-...  │ Check if running      │</a:t>
            </a:r>
            <a:br/>
            <a:r>
              <a:t>│ docker logs rfid-mqtt-test        │ View logs             │</a:t>
            </a:r>
            <a:br/>
            <a:r>
              <a:t>│ docker logs -f rfid-mqtt-test     │ Follow logs live      │</a:t>
            </a:r>
            <a:br/>
            <a:r>
              <a:t>│ docker exec -it rfid-mqtt-test sh  │ Shell inside container │</a:t>
            </a:r>
            <a:br/>
            <a:r>
              <a:t>│ docker inspect rfid-mqtt-test     │ Detailed info         │</a:t>
            </a:r>
            <a:br/>
            <a:r>
              <a:t>└─────────────────────────────────────────────────────────────┘</a:t>
            </a:r>
            <a:br/>
            <a:br/>
            <a:r>
              <a:t>⚠️ The container uses --rm: it is deleted on stop.</a:t>
            </a:r>
            <a:br/>
            <a:r>
              <a:t>   You must run 'docker run' again, not 'docker start'.</a:t>
            </a:r>
            <a:br/>
            <a:r>
              <a:t>   Omit --rm if you want persistent container lifecycle.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303520" cy="4572000"/>
          </a:xfrm>
          <a:prstGeom prst="roundRect">
            <a:avLst/>
          </a:prstGeom>
          <a:solidFill>
            <a:srgbClr val="2828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600" b="1">
                <a:solidFill>
                  <a:srgbClr val="00D2FF"/>
                </a:solidFill>
              </a:defRPr>
            </a:pPr>
            <a:r>
              <a:t>mosquitto.conf</a:t>
            </a:r>
          </a:p>
          <a:p>
            <a:pPr>
              <a:spcBef>
                <a:spcPts val="400"/>
              </a:spcBef>
              <a:defRPr sz="1300">
                <a:solidFill>
                  <a:srgbClr val="AAAACC"/>
                </a:solidFill>
              </a:defRPr>
            </a:pPr>
            <a:r>
              <a:t>File: ~/rfid-manager/test/fas2-mqtt/mqtt/mosquitto.conf</a:t>
            </a:r>
            <a:br/>
            <a:br/>
            <a:r>
              <a:t>Config:</a:t>
            </a:r>
            <a:br/>
            <a:r>
              <a:t>  listener 1883              # MQTT port</a:t>
            </a:r>
            <a:br/>
            <a:r>
              <a:t>  allow_anonymous true       # No auth required</a:t>
            </a:r>
            <a:br/>
            <a:r>
              <a:t>  persistence true           # Data saved to disk</a:t>
            </a:r>
            <a:br/>
            <a:r>
              <a:t>  persistence_location       # /mosquitto/data/</a:t>
            </a:r>
            <a:br/>
            <a:r>
              <a:t>  log_dest stdout           # Logs to console</a:t>
            </a:r>
            <a:br/>
            <a:br/>
            <a:r>
              <a:t>Not configured (defaults):</a:t>
            </a:r>
            <a:br/>
            <a:r>
              <a:t>  • max_connections: unlimited</a:t>
            </a:r>
            <a:br/>
            <a:r>
              <a:t>  • keepalive_interval: 60s</a:t>
            </a:r>
            <a:br/>
            <a:r>
              <a:t>  • allow_zero_length_clientid: true</a:t>
            </a:r>
            <a:br/>
            <a:br/>
            <a:r>
              <a:t>Logs show:</a:t>
            </a:r>
            <a:br/>
            <a:r>
              <a:t>  • New connections (IP + port)</a:t>
            </a:r>
            <a:br/>
            <a:r>
              <a:t>  • Client IDs</a:t>
            </a:r>
            <a:br/>
            <a:r>
              <a:t>  • Disconnections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End-to-End Test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AACC"/>
                </a:solidFill>
              </a:defRPr>
            </a:pPr>
            <a:r>
              <a:t>From NFC scan to data in SQLite — complete chain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1737360" cy="2560320"/>
          </a:xfrm>
          <a:prstGeom prst="roundRect">
            <a:avLst/>
          </a:prstGeom>
          <a:solidFill>
            <a:srgbClr val="2828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600" b="1">
                <a:solidFill>
                  <a:srgbClr val="00D2FF"/>
                </a:solidFill>
              </a:defRPr>
            </a:pPr>
            <a:r>
              <a:t>1️⃣ NFC Scan</a:t>
            </a:r>
          </a:p>
          <a:p>
            <a:pPr>
              <a:spcBef>
                <a:spcPts val="400"/>
              </a:spcBef>
              <a:defRPr sz="1300">
                <a:solidFill>
                  <a:srgbClr val="AAAACC"/>
                </a:solidFill>
              </a:defRPr>
            </a:pPr>
            <a:r>
              <a:t>Phone reads</a:t>
            </a:r>
            <a:br/>
            <a:r>
              <a:t>RFID tag</a:t>
            </a:r>
            <a:br/>
            <a:r>
              <a:t>→ extracts UID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377440" y="1463040"/>
            <a:ext cx="1737360" cy="2560320"/>
          </a:xfrm>
          <a:prstGeom prst="roundRect">
            <a:avLst/>
          </a:prstGeom>
          <a:solidFill>
            <a:srgbClr val="2828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600" b="1">
                <a:solidFill>
                  <a:srgbClr val="00D2FF"/>
                </a:solidFill>
              </a:defRPr>
            </a:pPr>
            <a:r>
              <a:t>2️⃣ Build Payload</a:t>
            </a:r>
          </a:p>
          <a:p>
            <a:pPr>
              <a:spcBef>
                <a:spcPts val="400"/>
              </a:spcBef>
              <a:defRPr sz="1300">
                <a:solidFill>
                  <a:srgbClr val="AAAACC"/>
                </a:solidFill>
              </a:defRPr>
            </a:pPr>
            <a:r>
              <a:t>JSON constructed:</a:t>
            </a:r>
            <a:br/>
            <a:r>
              <a:t>uid, type,</a:t>
            </a:r>
            <a:br/>
            <a:r>
              <a:t>timestamp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463040"/>
            <a:ext cx="1737360" cy="2560320"/>
          </a:xfrm>
          <a:prstGeom prst="roundRect">
            <a:avLst/>
          </a:prstGeom>
          <a:solidFill>
            <a:srgbClr val="2828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600" b="1">
                <a:solidFill>
                  <a:srgbClr val="00D2FF"/>
                </a:solidFill>
              </a:defRPr>
            </a:pPr>
            <a:r>
              <a:t>3️⃣ Publish MQTT</a:t>
            </a:r>
          </a:p>
          <a:p>
            <a:pPr>
              <a:spcBef>
                <a:spcPts val="400"/>
              </a:spcBef>
              <a:defRPr sz="1300">
                <a:solidFill>
                  <a:srgbClr val="AAAACC"/>
                </a:solidFill>
              </a:defRPr>
            </a:pPr>
            <a:r>
              <a:t>→ rfidmanager/</a:t>
            </a:r>
            <a:br/>
            <a:r>
              <a:t>&lt;uid&gt;/telemetry</a:t>
            </a:r>
            <a:br/>
            <a:r>
              <a:t>QoS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1737360" cy="2560320"/>
          </a:xfrm>
          <a:prstGeom prst="roundRect">
            <a:avLst/>
          </a:prstGeom>
          <a:solidFill>
            <a:srgbClr val="2828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600" b="1">
                <a:solidFill>
                  <a:srgbClr val="00D2FF"/>
                </a:solidFill>
              </a:defRPr>
            </a:pPr>
            <a:r>
              <a:t>4️⃣ Broker Routes</a:t>
            </a:r>
          </a:p>
          <a:p>
            <a:pPr>
              <a:spcBef>
                <a:spcPts val="400"/>
              </a:spcBef>
              <a:defRPr sz="1300">
                <a:solidFill>
                  <a:srgbClr val="AAAACC"/>
                </a:solidFill>
              </a:defRPr>
            </a:pPr>
            <a:r>
              <a:t>Mosquitto receives</a:t>
            </a:r>
            <a:br/>
            <a:r>
              <a:t>and forwards</a:t>
            </a:r>
            <a:br/>
            <a:r>
              <a:t>to subscribers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1463040"/>
            <a:ext cx="1737360" cy="2560320"/>
          </a:xfrm>
          <a:prstGeom prst="roundRect">
            <a:avLst/>
          </a:prstGeom>
          <a:solidFill>
            <a:srgbClr val="2828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600" b="1">
                <a:solidFill>
                  <a:srgbClr val="00D2FF"/>
                </a:solidFill>
              </a:defRPr>
            </a:pPr>
            <a:r>
              <a:t>5️⃣ Subscriber</a:t>
            </a:r>
          </a:p>
          <a:p>
            <a:pPr>
              <a:spcBef>
                <a:spcPts val="400"/>
              </a:spcBef>
              <a:defRPr sz="1300">
                <a:solidFill>
                  <a:srgbClr val="AAAACC"/>
                </a:solidFill>
              </a:defRPr>
            </a:pPr>
            <a:r>
              <a:t>Python script</a:t>
            </a:r>
            <a:br/>
            <a:r>
              <a:t>receives →</a:t>
            </a:r>
            <a:br/>
            <a:r>
              <a:t>parses JSON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0" y="1463040"/>
            <a:ext cx="1737360" cy="2560320"/>
          </a:xfrm>
          <a:prstGeom prst="roundRect">
            <a:avLst/>
          </a:prstGeom>
          <a:solidFill>
            <a:srgbClr val="2828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600" b="1">
                <a:solidFill>
                  <a:srgbClr val="00D2FF"/>
                </a:solidFill>
              </a:defRPr>
            </a:pPr>
            <a:r>
              <a:t>6️⃣ SQLite Store</a:t>
            </a:r>
          </a:p>
          <a:p>
            <a:pPr>
              <a:spcBef>
                <a:spcPts val="400"/>
              </a:spcBef>
              <a:defRPr sz="1300">
                <a:solidFill>
                  <a:srgbClr val="AAAACC"/>
                </a:solidFill>
              </a:defRPr>
            </a:pPr>
            <a:r>
              <a:t>Data persisted</a:t>
            </a:r>
            <a:br/>
            <a:r>
              <a:t>in rfid_readings.db</a:t>
            </a:r>
            <a:br/>
            <a:r>
              <a:t>for analysis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389120"/>
            <a:ext cx="10972800" cy="2103120"/>
          </a:xfrm>
          <a:prstGeom prst="roundRect">
            <a:avLst/>
          </a:prstGeom>
          <a:solidFill>
            <a:srgbClr val="2828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600" b="1">
                <a:solidFill>
                  <a:srgbClr val="00D2FF"/>
                </a:solidFill>
              </a:defRPr>
            </a:pPr>
            <a:r>
              <a:t>✅ How to Verify</a:t>
            </a:r>
          </a:p>
          <a:p>
            <a:pPr>
              <a:spcBef>
                <a:spcPts val="400"/>
              </a:spcBef>
              <a:defRPr sz="1300">
                <a:solidFill>
                  <a:srgbClr val="AAAACC"/>
                </a:solidFill>
              </a:defRPr>
            </a:pPr>
            <a:r>
              <a:t>┌─────────────────────────────────────────────────────────────────────────────────┐</a:t>
            </a:r>
            <a:br/>
            <a:r>
              <a:t>│ Method                    │ What to check                              │ Pass    │</a:t>
            </a:r>
            <a:br/>
            <a:r>
              <a:t>├─────────────────────────────────────────────────────────────────────────────────┤</a:t>
            </a:r>
            <a:br/>
            <a:r>
              <a:t>│ Terminal: python subscr.  │ See incoming messages with UID and timestamp │ ✅      │</a:t>
            </a:r>
            <a:br/>
            <a:r>
              <a:t>│ Terminal: mosquitto_sub   │ -v flag shows exact topic + payload          │ ✅      │</a:t>
            </a:r>
            <a:br/>
            <a:r>
              <a:t>│ GUI: MQTT Explorer        │ Real-time tree of all topics                │ ✅      │</a:t>
            </a:r>
            <a:br/>
            <a:r>
              <a:t>│ App: Settings             │ Broker status indicator                      │ ✅      │</a:t>
            </a:r>
            <a:br/>
            <a:r>
              <a:t>│ SQLite: rfid_readings.db  │ Query: SELECT * FROM readings;               │ ✅      │</a:t>
            </a:r>
            <a:br/>
            <a:r>
              <a:t>│ App: Readings screen      │ Scan appears in list                        │ ✅      │</a:t>
            </a:r>
            <a:br/>
            <a:r>
              <a:t>└─────────────────────────────────────────────────────────────────────────────────┘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Quick 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AACC"/>
                </a:solidFill>
              </a:defRPr>
            </a:pPr>
            <a:r>
              <a:t>Essential commands and configurations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3657600" cy="4572000"/>
          </a:xfrm>
          <a:prstGeom prst="roundRect">
            <a:avLst/>
          </a:prstGeom>
          <a:solidFill>
            <a:srgbClr val="2828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600" b="1">
                <a:solidFill>
                  <a:srgbClr val="00D2FF"/>
                </a:solidFill>
              </a:defRPr>
            </a:pPr>
            <a:r>
              <a:t>📡 Connection Details</a:t>
            </a:r>
          </a:p>
          <a:p>
            <a:pPr>
              <a:spcBef>
                <a:spcPts val="400"/>
              </a:spcBef>
              <a:defRPr sz="1300">
                <a:solidFill>
                  <a:srgbClr val="AAAACC"/>
                </a:solidFill>
              </a:defRPr>
            </a:pPr>
            <a:r>
              <a:t>┌──────────────────────────────┐</a:t>
            </a:r>
            <a:br/>
            <a:r>
              <a:t>│ Parameter    │ Value         │</a:t>
            </a:r>
            <a:br/>
            <a:r>
              <a:t>├──────────────────────────────┤</a:t>
            </a:r>
            <a:br/>
            <a:r>
              <a:t>│ Broker IP    │ 192.168.50.128│</a:t>
            </a:r>
            <a:br/>
            <a:r>
              <a:t>│ Port         │ 1883          │</a:t>
            </a:r>
            <a:br/>
            <a:r>
              <a:t>│ Protocol     │ MQTT 3.1.1   │</a:t>
            </a:r>
            <a:br/>
            <a:r>
              <a:t>│ Topic root   │ rfidmanager/  │</a:t>
            </a:r>
            <a:br/>
            <a:r>
              <a:t>│ QoS          │ 1             │</a:t>
            </a:r>
            <a:br/>
            <a:r>
              <a:t>│ Auth         │ None (anon)   │</a:t>
            </a:r>
            <a:br/>
            <a:r>
              <a:t>│ TLS          │ No            │</a:t>
            </a:r>
            <a:br/>
            <a:r>
              <a:t>│ Keep-alive   │ 30s           │</a:t>
            </a:r>
            <a:br/>
            <a:r>
              <a:t>│ Clean sess   │ true          │</a:t>
            </a:r>
            <a:br/>
            <a:r>
              <a:t>└──────────────────────────────┘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463040"/>
            <a:ext cx="3657600" cy="4572000"/>
          </a:xfrm>
          <a:prstGeom prst="roundRect">
            <a:avLst/>
          </a:prstGeom>
          <a:solidFill>
            <a:srgbClr val="2828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600" b="1">
                <a:solidFill>
                  <a:srgbClr val="00D2FF"/>
                </a:solidFill>
              </a:defRPr>
            </a:pPr>
            <a:r>
              <a:t>🗂️ Important Files</a:t>
            </a:r>
          </a:p>
          <a:p>
            <a:pPr>
              <a:spcBef>
                <a:spcPts val="400"/>
              </a:spcBef>
              <a:defRPr sz="1300">
                <a:solidFill>
                  <a:srgbClr val="AAAACC"/>
                </a:solidFill>
              </a:defRPr>
            </a:pPr>
            <a:r>
              <a:t>┌──────────────────────────────────────┐</a:t>
            </a:r>
            <a:br/>
            <a:r>
              <a:t>│ Path │ Purpose                      │</a:t>
            </a:r>
            <a:br/>
            <a:r>
              <a:t>├──────────────────────────────────────┤</a:t>
            </a:r>
            <a:br/>
            <a:r>
              <a:t>│ mosquitto.conf                      │</a:t>
            </a:r>
            <a:br/>
            <a:r>
              <a:t>│ (test/fas2-mqtt/mqtt/)               │</a:t>
            </a:r>
            <a:br/>
            <a:r>
              <a:t>│                                     │</a:t>
            </a:r>
            <a:br/>
            <a:r>
              <a:t>│ test_subscriber_persist.py          │</a:t>
            </a:r>
            <a:br/>
            <a:r>
              <a:t>│ (test/fas2-mqtt/mqtt/)               │</a:t>
            </a:r>
            <a:br/>
            <a:r>
              <a:t>│                                     │</a:t>
            </a:r>
            <a:br/>
            <a:r>
              <a:t>│ simulate_mobile_publish.py          │</a:t>
            </a:r>
            <a:br/>
            <a:r>
              <a:t>│ (test/fas2-mqtt/mqtt/)               │</a:t>
            </a:r>
            <a:br/>
            <a:r>
              <a:t>│                                     │</a:t>
            </a:r>
            <a:br/>
            <a:r>
              <a:t>│ rfid_readings.db                    │</a:t>
            </a:r>
            <a:br/>
            <a:r>
              <a:t>│ (data/)                              │</a:t>
            </a:r>
            <a:br/>
            <a:r>
              <a:t>│                                     │</a:t>
            </a:r>
            <a:br/>
            <a:r>
              <a:t>│ MQTT-Infrastruktur.md               │</a:t>
            </a:r>
            <a:br/>
            <a:r>
              <a:t>│ (wiki/)                              │</a:t>
            </a:r>
            <a:br/>
            <a:r>
              <a:t>└──────────────────────────────────────┘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21040" y="1463040"/>
            <a:ext cx="3291840" cy="4572000"/>
          </a:xfrm>
          <a:prstGeom prst="roundRect">
            <a:avLst/>
          </a:prstGeom>
          <a:solidFill>
            <a:srgbClr val="2828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600" b="1">
                <a:solidFill>
                  <a:srgbClr val="00D2FF"/>
                </a:solidFill>
              </a:defRPr>
            </a:pPr>
            <a:r>
              <a:t>🧪 One-Liners</a:t>
            </a:r>
          </a:p>
          <a:p>
            <a:pPr>
              <a:spcBef>
                <a:spcPts val="400"/>
              </a:spcBef>
              <a:defRPr sz="1300">
                <a:solidFill>
                  <a:srgbClr val="AAAACC"/>
                </a:solidFill>
              </a:defRPr>
            </a:pPr>
            <a:r>
              <a:t>Verify broker is up:</a:t>
            </a:r>
            <a:br/>
            <a:r>
              <a:t>  docker ps | grep mqtt</a:t>
            </a:r>
            <a:br/>
            <a:br/>
            <a:r>
              <a:t>Listen to everything:</a:t>
            </a:r>
            <a:br/>
            <a:r>
              <a:t>  docker exec rfid-mqtt-test \</a:t>
            </a:r>
            <a:br/>
            <a:r>
              <a:t>    mosquitto_sub \</a:t>
            </a:r>
            <a:br/>
            <a:r>
              <a:t>    -h localhost -p 1883 \</a:t>
            </a:r>
            <a:br/>
            <a:r>
              <a:t>    -t "rfidmanager/#" -v</a:t>
            </a:r>
            <a:br/>
            <a:br/>
            <a:r>
              <a:t>Publish test:</a:t>
            </a:r>
            <a:br/>
            <a:r>
              <a:t>  docker exec rfid-mqtt-test \</a:t>
            </a:r>
            <a:br/>
            <a:r>
              <a:t>    mosquitto_pub -h localhost \</a:t>
            </a:r>
            <a:br/>
            <a:r>
              <a:t>    -p 1883 -t "test" -m "ping"</a:t>
            </a:r>
            <a:br/>
            <a:br/>
            <a:r>
              <a:t>View logs:</a:t>
            </a:r>
            <a:br/>
            <a:r>
              <a:t>  docker logs rfid-mqtt-test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</a:defRPr>
            </a:pPr>
            <a:r>
              <a:t>Questions?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0D2FF"/>
                </a:solidFill>
              </a:defRPr>
            </a:pPr>
            <a:r>
              <a:t>RFID Manager — MQTT Test Infrastructure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657600"/>
            <a:ext cx="2743200" cy="54864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AAACC"/>
                </a:solidFill>
              </a:defRPr>
            </a:pPr>
            <a:r>
              <a:t>Joakim • 2026-06-14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